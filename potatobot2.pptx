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92" r:id="rId6"/>
    <p:sldId id="293" r:id="rId7"/>
    <p:sldId id="294" r:id="rId8"/>
    <p:sldId id="296" r:id="rId9"/>
    <p:sldId id="290" r:id="rId10"/>
    <p:sldId id="276" r:id="rId11"/>
    <p:sldId id="29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A056C0-1900-4A2D-BD60-D3FFB830339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BY"/>
        </a:p>
      </dgm:t>
    </dgm:pt>
    <dgm:pt modelId="{B8B2569F-E671-4021-86C1-54D58A5A80E7}">
      <dgm:prSet/>
      <dgm:spPr/>
      <dgm:t>
        <a:bodyPr/>
        <a:lstStyle/>
        <a:p>
          <a:r>
            <a:rPr lang="ru-RU" dirty="0"/>
            <a:t>🔹 Актуальность: </a:t>
          </a:r>
          <a:r>
            <a:rPr lang="ru-RU" dirty="0" err="1"/>
            <a:t>Telegram</a:t>
          </a:r>
          <a:r>
            <a:rPr lang="ru-RU" dirty="0"/>
            <a:t> — одна из самых популярных платформ для ботов, позволяющая получать данные в любом месте и в любое время через привычный интерфейс.</a:t>
          </a:r>
          <a:endParaRPr lang="ru-BY" dirty="0"/>
        </a:p>
      </dgm:t>
    </dgm:pt>
    <dgm:pt modelId="{0D852236-6FB9-4C44-8BBE-B62B427A60C1}" type="parTrans" cxnId="{8E3CBAC1-016E-4250-A3EC-1F9C22596763}">
      <dgm:prSet/>
      <dgm:spPr/>
      <dgm:t>
        <a:bodyPr/>
        <a:lstStyle/>
        <a:p>
          <a:endParaRPr lang="ru-BY"/>
        </a:p>
      </dgm:t>
    </dgm:pt>
    <dgm:pt modelId="{6F880C7E-3309-42AF-B471-9207EC2CF2FB}" type="sibTrans" cxnId="{8E3CBAC1-016E-4250-A3EC-1F9C22596763}">
      <dgm:prSet/>
      <dgm:spPr/>
      <dgm:t>
        <a:bodyPr/>
        <a:lstStyle/>
        <a:p>
          <a:endParaRPr lang="ru-BY"/>
        </a:p>
      </dgm:t>
    </dgm:pt>
    <dgm:pt modelId="{87B4D8D2-38F1-4206-B031-F3A28DAEF967}">
      <dgm:prSet/>
      <dgm:spPr/>
      <dgm:t>
        <a:bodyPr/>
        <a:lstStyle/>
        <a:p>
          <a:r>
            <a:rPr lang="ru-RU" dirty="0"/>
            <a:t>🔹 Проблема: Ручной мониторинг различных информационных площадок трудоемок, требует значительных временных затрат и не гарантирует полной картины ситуации о предмете интереса. Возникает потребность в автоматизированных инструментах для агрегации информации из различных источников.</a:t>
          </a:r>
        </a:p>
      </dgm:t>
    </dgm:pt>
    <dgm:pt modelId="{55D5AC73-0796-4A38-B1A5-2170CE867020}" type="parTrans" cxnId="{C0C26D5B-D38D-41ED-9AE8-81F85D1FDC31}">
      <dgm:prSet/>
      <dgm:spPr/>
      <dgm:t>
        <a:bodyPr/>
        <a:lstStyle/>
        <a:p>
          <a:endParaRPr lang="ru-BY"/>
        </a:p>
      </dgm:t>
    </dgm:pt>
    <dgm:pt modelId="{E1141BD9-87B6-4062-934E-1B1C04FCE9F5}" type="sibTrans" cxnId="{C0C26D5B-D38D-41ED-9AE8-81F85D1FDC31}">
      <dgm:prSet/>
      <dgm:spPr/>
      <dgm:t>
        <a:bodyPr/>
        <a:lstStyle/>
        <a:p>
          <a:endParaRPr lang="ru-BY"/>
        </a:p>
      </dgm:t>
    </dgm:pt>
    <dgm:pt modelId="{48B5F187-303B-452D-9455-ABB007FC2171}">
      <dgm:prSet/>
      <dgm:spPr/>
      <dgm:t>
        <a:bodyPr/>
        <a:lstStyle/>
        <a:p>
          <a:r>
            <a:rPr lang="ru-RU" dirty="0"/>
            <a:t>🔹 Универсальность решений: Предметная область (</a:t>
          </a:r>
          <a:r>
            <a:rPr lang="ru-RU" dirty="0" err="1"/>
            <a:t>Stalcraft</a:t>
          </a:r>
          <a:r>
            <a:rPr lang="ru-RU" dirty="0"/>
            <a:t>) выбрана как наглядный пример интеграции бота с внешним API</a:t>
          </a:r>
          <a:r>
            <a:rPr lang="ru-RU"/>
            <a:t>. </a:t>
          </a:r>
          <a:endParaRPr lang="ru-RU" dirty="0"/>
        </a:p>
      </dgm:t>
    </dgm:pt>
    <dgm:pt modelId="{763394BC-284B-4AFB-AAC3-A167D0C5890D}" type="parTrans" cxnId="{0BA6AD95-8713-4D71-859D-9FF5AC399BB4}">
      <dgm:prSet/>
      <dgm:spPr/>
      <dgm:t>
        <a:bodyPr/>
        <a:lstStyle/>
        <a:p>
          <a:endParaRPr lang="ru-BY"/>
        </a:p>
      </dgm:t>
    </dgm:pt>
    <dgm:pt modelId="{87D0386A-850C-4195-A02B-2C6F330897B2}" type="sibTrans" cxnId="{0BA6AD95-8713-4D71-859D-9FF5AC399BB4}">
      <dgm:prSet/>
      <dgm:spPr/>
      <dgm:t>
        <a:bodyPr/>
        <a:lstStyle/>
        <a:p>
          <a:endParaRPr lang="ru-BY"/>
        </a:p>
      </dgm:t>
    </dgm:pt>
    <dgm:pt modelId="{BBA6E73D-5806-44F1-9180-37D3F8BBB0D6}">
      <dgm:prSet/>
      <dgm:spPr/>
      <dgm:t>
        <a:bodyPr/>
        <a:lstStyle/>
        <a:p>
          <a:r>
            <a:rPr lang="ru-RU" dirty="0"/>
            <a:t>🔹 Цель работы: Разработать телеграм-бота для поиска и анализа аукционной информации </a:t>
          </a:r>
          <a:r>
            <a:rPr lang="ru-RU"/>
            <a:t>игры Stalcraft</a:t>
          </a:r>
          <a:endParaRPr lang="ru-RU" dirty="0"/>
        </a:p>
      </dgm:t>
    </dgm:pt>
    <dgm:pt modelId="{82655945-4B13-4BCB-9BFD-8F2D07CC28DE}" type="sibTrans" cxnId="{62935E22-2CF1-405E-9841-923407BBFF7C}">
      <dgm:prSet/>
      <dgm:spPr/>
      <dgm:t>
        <a:bodyPr/>
        <a:lstStyle/>
        <a:p>
          <a:endParaRPr lang="ru-BY"/>
        </a:p>
      </dgm:t>
    </dgm:pt>
    <dgm:pt modelId="{F0C2FBBA-9373-4CC0-8ECB-EF8E7CA01F53}" type="parTrans" cxnId="{62935E22-2CF1-405E-9841-923407BBFF7C}">
      <dgm:prSet/>
      <dgm:spPr/>
      <dgm:t>
        <a:bodyPr/>
        <a:lstStyle/>
        <a:p>
          <a:endParaRPr lang="ru-BY"/>
        </a:p>
      </dgm:t>
    </dgm:pt>
    <dgm:pt modelId="{C6A528DF-1D1A-49DC-A369-30F8EE90370F}" type="pres">
      <dgm:prSet presAssocID="{BAA056C0-1900-4A2D-BD60-D3FFB830339C}" presName="Name0" presStyleCnt="0">
        <dgm:presLayoutVars>
          <dgm:chMax val="7"/>
          <dgm:chPref val="7"/>
          <dgm:dir/>
        </dgm:presLayoutVars>
      </dgm:prSet>
      <dgm:spPr/>
    </dgm:pt>
    <dgm:pt modelId="{720AA4E0-B0D2-46C0-9879-93529983E1AA}" type="pres">
      <dgm:prSet presAssocID="{BAA056C0-1900-4A2D-BD60-D3FFB830339C}" presName="Name1" presStyleCnt="0"/>
      <dgm:spPr/>
    </dgm:pt>
    <dgm:pt modelId="{0BE42B0D-E6B7-4F33-86C7-EAD18BBEBE78}" type="pres">
      <dgm:prSet presAssocID="{BAA056C0-1900-4A2D-BD60-D3FFB830339C}" presName="cycle" presStyleCnt="0"/>
      <dgm:spPr/>
    </dgm:pt>
    <dgm:pt modelId="{16A5C500-CCB0-4F92-AC17-6ED52ECC5F85}" type="pres">
      <dgm:prSet presAssocID="{BAA056C0-1900-4A2D-BD60-D3FFB830339C}" presName="srcNode" presStyleLbl="node1" presStyleIdx="0" presStyleCnt="4"/>
      <dgm:spPr/>
    </dgm:pt>
    <dgm:pt modelId="{ACBC2D7C-20F7-49FA-9417-8ED755BDAB0A}" type="pres">
      <dgm:prSet presAssocID="{BAA056C0-1900-4A2D-BD60-D3FFB830339C}" presName="conn" presStyleLbl="parChTrans1D2" presStyleIdx="0" presStyleCnt="1"/>
      <dgm:spPr/>
    </dgm:pt>
    <dgm:pt modelId="{B266914B-C9E9-4AC8-B928-6C4EB4B61A8B}" type="pres">
      <dgm:prSet presAssocID="{BAA056C0-1900-4A2D-BD60-D3FFB830339C}" presName="extraNode" presStyleLbl="node1" presStyleIdx="0" presStyleCnt="4"/>
      <dgm:spPr/>
    </dgm:pt>
    <dgm:pt modelId="{E91BE24F-D334-4DA6-B45C-51C37C29652D}" type="pres">
      <dgm:prSet presAssocID="{BAA056C0-1900-4A2D-BD60-D3FFB830339C}" presName="dstNode" presStyleLbl="node1" presStyleIdx="0" presStyleCnt="4"/>
      <dgm:spPr/>
    </dgm:pt>
    <dgm:pt modelId="{27493CE6-C651-483E-BF9C-B731CDBEA8F5}" type="pres">
      <dgm:prSet presAssocID="{B8B2569F-E671-4021-86C1-54D58A5A80E7}" presName="text_1" presStyleLbl="node1" presStyleIdx="0" presStyleCnt="4">
        <dgm:presLayoutVars>
          <dgm:bulletEnabled val="1"/>
        </dgm:presLayoutVars>
      </dgm:prSet>
      <dgm:spPr/>
    </dgm:pt>
    <dgm:pt modelId="{115762A8-EF0D-4AAE-AF92-70D8CE2B2C66}" type="pres">
      <dgm:prSet presAssocID="{B8B2569F-E671-4021-86C1-54D58A5A80E7}" presName="accent_1" presStyleCnt="0"/>
      <dgm:spPr/>
    </dgm:pt>
    <dgm:pt modelId="{0707557F-64C1-4049-837E-D5920DF30E26}" type="pres">
      <dgm:prSet presAssocID="{B8B2569F-E671-4021-86C1-54D58A5A80E7}" presName="accentRepeatNode" presStyleLbl="solidFgAcc1" presStyleIdx="0" presStyleCnt="4"/>
      <dgm:spPr/>
    </dgm:pt>
    <dgm:pt modelId="{AF065744-C135-4CCA-B405-B1D60FE5D263}" type="pres">
      <dgm:prSet presAssocID="{87B4D8D2-38F1-4206-B031-F3A28DAEF967}" presName="text_2" presStyleLbl="node1" presStyleIdx="1" presStyleCnt="4">
        <dgm:presLayoutVars>
          <dgm:bulletEnabled val="1"/>
        </dgm:presLayoutVars>
      </dgm:prSet>
      <dgm:spPr/>
    </dgm:pt>
    <dgm:pt modelId="{985621FC-4647-4C71-942E-1BADD354137E}" type="pres">
      <dgm:prSet presAssocID="{87B4D8D2-38F1-4206-B031-F3A28DAEF967}" presName="accent_2" presStyleCnt="0"/>
      <dgm:spPr/>
    </dgm:pt>
    <dgm:pt modelId="{793D4F9D-601A-46D2-96F9-182E952A5EC2}" type="pres">
      <dgm:prSet presAssocID="{87B4D8D2-38F1-4206-B031-F3A28DAEF967}" presName="accentRepeatNode" presStyleLbl="solidFgAcc1" presStyleIdx="1" presStyleCnt="4"/>
      <dgm:spPr/>
    </dgm:pt>
    <dgm:pt modelId="{92B0F6A5-E462-45EE-9C21-F3E845D1D314}" type="pres">
      <dgm:prSet presAssocID="{48B5F187-303B-452D-9455-ABB007FC2171}" presName="text_3" presStyleLbl="node1" presStyleIdx="2" presStyleCnt="4">
        <dgm:presLayoutVars>
          <dgm:bulletEnabled val="1"/>
        </dgm:presLayoutVars>
      </dgm:prSet>
      <dgm:spPr/>
    </dgm:pt>
    <dgm:pt modelId="{BBFB9D65-0C98-46CC-90AF-86C5D1C2CC47}" type="pres">
      <dgm:prSet presAssocID="{48B5F187-303B-452D-9455-ABB007FC2171}" presName="accent_3" presStyleCnt="0"/>
      <dgm:spPr/>
    </dgm:pt>
    <dgm:pt modelId="{B3860667-B90F-402D-B361-6BA6B0830ECD}" type="pres">
      <dgm:prSet presAssocID="{48B5F187-303B-452D-9455-ABB007FC2171}" presName="accentRepeatNode" presStyleLbl="solidFgAcc1" presStyleIdx="2" presStyleCnt="4"/>
      <dgm:spPr/>
    </dgm:pt>
    <dgm:pt modelId="{7E7016B2-C6D6-4CF3-B370-F67FCB40E42B}" type="pres">
      <dgm:prSet presAssocID="{BBA6E73D-5806-44F1-9180-37D3F8BBB0D6}" presName="text_4" presStyleLbl="node1" presStyleIdx="3" presStyleCnt="4">
        <dgm:presLayoutVars>
          <dgm:bulletEnabled val="1"/>
        </dgm:presLayoutVars>
      </dgm:prSet>
      <dgm:spPr/>
    </dgm:pt>
    <dgm:pt modelId="{7C5CD9AB-0E55-4C46-96E6-0E0AB25D215D}" type="pres">
      <dgm:prSet presAssocID="{BBA6E73D-5806-44F1-9180-37D3F8BBB0D6}" presName="accent_4" presStyleCnt="0"/>
      <dgm:spPr/>
    </dgm:pt>
    <dgm:pt modelId="{B3E60444-818F-4850-921D-1EB91EFDEF53}" type="pres">
      <dgm:prSet presAssocID="{BBA6E73D-5806-44F1-9180-37D3F8BBB0D6}" presName="accentRepeatNode" presStyleLbl="solidFgAcc1" presStyleIdx="3" presStyleCnt="4"/>
      <dgm:spPr/>
    </dgm:pt>
  </dgm:ptLst>
  <dgm:cxnLst>
    <dgm:cxn modelId="{84CDB216-30EF-4FFB-8AD5-1235626D6DDC}" type="presOf" srcId="{87B4D8D2-38F1-4206-B031-F3A28DAEF967}" destId="{AF065744-C135-4CCA-B405-B1D60FE5D263}" srcOrd="0" destOrd="0" presId="urn:microsoft.com/office/officeart/2008/layout/VerticalCurvedList"/>
    <dgm:cxn modelId="{EC586419-0B30-43AA-996B-B84C74D40047}" type="presOf" srcId="{BAA056C0-1900-4A2D-BD60-D3FFB830339C}" destId="{C6A528DF-1D1A-49DC-A369-30F8EE90370F}" srcOrd="0" destOrd="0" presId="urn:microsoft.com/office/officeart/2008/layout/VerticalCurvedList"/>
    <dgm:cxn modelId="{62935E22-2CF1-405E-9841-923407BBFF7C}" srcId="{BAA056C0-1900-4A2D-BD60-D3FFB830339C}" destId="{BBA6E73D-5806-44F1-9180-37D3F8BBB0D6}" srcOrd="3" destOrd="0" parTransId="{F0C2FBBA-9373-4CC0-8ECB-EF8E7CA01F53}" sibTransId="{82655945-4B13-4BCB-9BFD-8F2D07CC28DE}"/>
    <dgm:cxn modelId="{DC9B0623-6D3A-4103-A1C6-041C1B0E0F2D}" type="presOf" srcId="{6F880C7E-3309-42AF-B471-9207EC2CF2FB}" destId="{ACBC2D7C-20F7-49FA-9417-8ED755BDAB0A}" srcOrd="0" destOrd="0" presId="urn:microsoft.com/office/officeart/2008/layout/VerticalCurvedList"/>
    <dgm:cxn modelId="{C0C26D5B-D38D-41ED-9AE8-81F85D1FDC31}" srcId="{BAA056C0-1900-4A2D-BD60-D3FFB830339C}" destId="{87B4D8D2-38F1-4206-B031-F3A28DAEF967}" srcOrd="1" destOrd="0" parTransId="{55D5AC73-0796-4A38-B1A5-2170CE867020}" sibTransId="{E1141BD9-87B6-4062-934E-1B1C04FCE9F5}"/>
    <dgm:cxn modelId="{3CDF9D5E-BD04-4530-9B11-4E70E4F84916}" type="presOf" srcId="{B8B2569F-E671-4021-86C1-54D58A5A80E7}" destId="{27493CE6-C651-483E-BF9C-B731CDBEA8F5}" srcOrd="0" destOrd="0" presId="urn:microsoft.com/office/officeart/2008/layout/VerticalCurvedList"/>
    <dgm:cxn modelId="{A7371F6F-8869-4800-B431-4B9279AC4A63}" type="presOf" srcId="{48B5F187-303B-452D-9455-ABB007FC2171}" destId="{92B0F6A5-E462-45EE-9C21-F3E845D1D314}" srcOrd="0" destOrd="0" presId="urn:microsoft.com/office/officeart/2008/layout/VerticalCurvedList"/>
    <dgm:cxn modelId="{0BA6AD95-8713-4D71-859D-9FF5AC399BB4}" srcId="{BAA056C0-1900-4A2D-BD60-D3FFB830339C}" destId="{48B5F187-303B-452D-9455-ABB007FC2171}" srcOrd="2" destOrd="0" parTransId="{763394BC-284B-4AFB-AAC3-A167D0C5890D}" sibTransId="{87D0386A-850C-4195-A02B-2C6F330897B2}"/>
    <dgm:cxn modelId="{7A6ADD96-9B1F-4718-BD3F-AA2882B5B174}" type="presOf" srcId="{BBA6E73D-5806-44F1-9180-37D3F8BBB0D6}" destId="{7E7016B2-C6D6-4CF3-B370-F67FCB40E42B}" srcOrd="0" destOrd="0" presId="urn:microsoft.com/office/officeart/2008/layout/VerticalCurvedList"/>
    <dgm:cxn modelId="{8E3CBAC1-016E-4250-A3EC-1F9C22596763}" srcId="{BAA056C0-1900-4A2D-BD60-D3FFB830339C}" destId="{B8B2569F-E671-4021-86C1-54D58A5A80E7}" srcOrd="0" destOrd="0" parTransId="{0D852236-6FB9-4C44-8BBE-B62B427A60C1}" sibTransId="{6F880C7E-3309-42AF-B471-9207EC2CF2FB}"/>
    <dgm:cxn modelId="{4107F851-F79C-4C53-A421-3A8FB5DA4D17}" type="presParOf" srcId="{C6A528DF-1D1A-49DC-A369-30F8EE90370F}" destId="{720AA4E0-B0D2-46C0-9879-93529983E1AA}" srcOrd="0" destOrd="0" presId="urn:microsoft.com/office/officeart/2008/layout/VerticalCurvedList"/>
    <dgm:cxn modelId="{1C5A2AC6-4815-4CE1-9DE0-7AC57F918FC8}" type="presParOf" srcId="{720AA4E0-B0D2-46C0-9879-93529983E1AA}" destId="{0BE42B0D-E6B7-4F33-86C7-EAD18BBEBE78}" srcOrd="0" destOrd="0" presId="urn:microsoft.com/office/officeart/2008/layout/VerticalCurvedList"/>
    <dgm:cxn modelId="{BA01A5F7-ED68-419B-AD03-8031AC7EE364}" type="presParOf" srcId="{0BE42B0D-E6B7-4F33-86C7-EAD18BBEBE78}" destId="{16A5C500-CCB0-4F92-AC17-6ED52ECC5F85}" srcOrd="0" destOrd="0" presId="urn:microsoft.com/office/officeart/2008/layout/VerticalCurvedList"/>
    <dgm:cxn modelId="{84A035E0-BCE6-4EEF-A7AB-503E5E929454}" type="presParOf" srcId="{0BE42B0D-E6B7-4F33-86C7-EAD18BBEBE78}" destId="{ACBC2D7C-20F7-49FA-9417-8ED755BDAB0A}" srcOrd="1" destOrd="0" presId="urn:microsoft.com/office/officeart/2008/layout/VerticalCurvedList"/>
    <dgm:cxn modelId="{E6724499-0249-4864-AA25-FED40343CE1E}" type="presParOf" srcId="{0BE42B0D-E6B7-4F33-86C7-EAD18BBEBE78}" destId="{B266914B-C9E9-4AC8-B928-6C4EB4B61A8B}" srcOrd="2" destOrd="0" presId="urn:microsoft.com/office/officeart/2008/layout/VerticalCurvedList"/>
    <dgm:cxn modelId="{FC3D5334-ED71-4A91-B844-5C23985F5710}" type="presParOf" srcId="{0BE42B0D-E6B7-4F33-86C7-EAD18BBEBE78}" destId="{E91BE24F-D334-4DA6-B45C-51C37C29652D}" srcOrd="3" destOrd="0" presId="urn:microsoft.com/office/officeart/2008/layout/VerticalCurvedList"/>
    <dgm:cxn modelId="{F83BCE33-60D4-4AB3-93C0-A7E3F13D6C91}" type="presParOf" srcId="{720AA4E0-B0D2-46C0-9879-93529983E1AA}" destId="{27493CE6-C651-483E-BF9C-B731CDBEA8F5}" srcOrd="1" destOrd="0" presId="urn:microsoft.com/office/officeart/2008/layout/VerticalCurvedList"/>
    <dgm:cxn modelId="{3FF61A4F-3A4E-4AAA-ABF4-5F9B18FDCB6D}" type="presParOf" srcId="{720AA4E0-B0D2-46C0-9879-93529983E1AA}" destId="{115762A8-EF0D-4AAE-AF92-70D8CE2B2C66}" srcOrd="2" destOrd="0" presId="urn:microsoft.com/office/officeart/2008/layout/VerticalCurvedList"/>
    <dgm:cxn modelId="{99DBE8CB-FB2D-4F52-96E5-A898AB78D9F4}" type="presParOf" srcId="{115762A8-EF0D-4AAE-AF92-70D8CE2B2C66}" destId="{0707557F-64C1-4049-837E-D5920DF30E26}" srcOrd="0" destOrd="0" presId="urn:microsoft.com/office/officeart/2008/layout/VerticalCurvedList"/>
    <dgm:cxn modelId="{B4AFC2C2-4ADA-40DD-9EDF-DBD4F50E0F5B}" type="presParOf" srcId="{720AA4E0-B0D2-46C0-9879-93529983E1AA}" destId="{AF065744-C135-4CCA-B405-B1D60FE5D263}" srcOrd="3" destOrd="0" presId="urn:microsoft.com/office/officeart/2008/layout/VerticalCurvedList"/>
    <dgm:cxn modelId="{7B27CCE1-D39D-42A6-93FA-472B99E34F5B}" type="presParOf" srcId="{720AA4E0-B0D2-46C0-9879-93529983E1AA}" destId="{985621FC-4647-4C71-942E-1BADD354137E}" srcOrd="4" destOrd="0" presId="urn:microsoft.com/office/officeart/2008/layout/VerticalCurvedList"/>
    <dgm:cxn modelId="{AD16ED12-7A79-4A98-BD01-56B605516EA6}" type="presParOf" srcId="{985621FC-4647-4C71-942E-1BADD354137E}" destId="{793D4F9D-601A-46D2-96F9-182E952A5EC2}" srcOrd="0" destOrd="0" presId="urn:microsoft.com/office/officeart/2008/layout/VerticalCurvedList"/>
    <dgm:cxn modelId="{E017A9E1-8F6B-488B-895D-A330622F8AED}" type="presParOf" srcId="{720AA4E0-B0D2-46C0-9879-93529983E1AA}" destId="{92B0F6A5-E462-45EE-9C21-F3E845D1D314}" srcOrd="5" destOrd="0" presId="urn:microsoft.com/office/officeart/2008/layout/VerticalCurvedList"/>
    <dgm:cxn modelId="{2378A893-0EFC-422E-8009-FDDC6F4ED707}" type="presParOf" srcId="{720AA4E0-B0D2-46C0-9879-93529983E1AA}" destId="{BBFB9D65-0C98-46CC-90AF-86C5D1C2CC47}" srcOrd="6" destOrd="0" presId="urn:microsoft.com/office/officeart/2008/layout/VerticalCurvedList"/>
    <dgm:cxn modelId="{D1148951-3359-4BD5-8EA1-EF93981C0B1F}" type="presParOf" srcId="{BBFB9D65-0C98-46CC-90AF-86C5D1C2CC47}" destId="{B3860667-B90F-402D-B361-6BA6B0830ECD}" srcOrd="0" destOrd="0" presId="urn:microsoft.com/office/officeart/2008/layout/VerticalCurvedList"/>
    <dgm:cxn modelId="{E82D4ACB-7504-4E90-B729-93093DD71FBC}" type="presParOf" srcId="{720AA4E0-B0D2-46C0-9879-93529983E1AA}" destId="{7E7016B2-C6D6-4CF3-B370-F67FCB40E42B}" srcOrd="7" destOrd="0" presId="urn:microsoft.com/office/officeart/2008/layout/VerticalCurvedList"/>
    <dgm:cxn modelId="{52B84A28-E23E-47EA-BC36-88D70D78713F}" type="presParOf" srcId="{720AA4E0-B0D2-46C0-9879-93529983E1AA}" destId="{7C5CD9AB-0E55-4C46-96E6-0E0AB25D215D}" srcOrd="8" destOrd="0" presId="urn:microsoft.com/office/officeart/2008/layout/VerticalCurvedList"/>
    <dgm:cxn modelId="{0FDD65D0-5114-4D41-851F-DE70A44B8E54}" type="presParOf" srcId="{7C5CD9AB-0E55-4C46-96E6-0E0AB25D215D}" destId="{B3E60444-818F-4850-921D-1EB91EFDEF5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E9DFCA-6CD0-4FF3-9D9A-DDEDC991DFDB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BY"/>
        </a:p>
      </dgm:t>
    </dgm:pt>
    <dgm:pt modelId="{F2BE1A22-F4F0-4F6C-A941-7C3523CEB49C}">
      <dgm:prSet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BY" b="0" i="0" dirty="0"/>
            <a:t>Основной </a:t>
          </a:r>
          <a:r>
            <a:rPr lang="ru-RU" b="0" i="0" dirty="0"/>
            <a:t>модуль (модуль бота)</a:t>
          </a:r>
          <a:endParaRPr lang="ru-BY" dirty="0"/>
        </a:p>
      </dgm:t>
    </dgm:pt>
    <dgm:pt modelId="{104C86D6-9BC9-4670-838E-053055FDE70B}" type="parTrans" cxnId="{3EB27B57-EBC4-41EA-B2E2-E801913CE9B3}">
      <dgm:prSet/>
      <dgm:spPr/>
      <dgm:t>
        <a:bodyPr/>
        <a:lstStyle/>
        <a:p>
          <a:endParaRPr lang="ru-BY"/>
        </a:p>
      </dgm:t>
    </dgm:pt>
    <dgm:pt modelId="{8020280D-8098-4676-B385-3906066737AC}" type="sibTrans" cxnId="{3EB27B57-EBC4-41EA-B2E2-E801913CE9B3}">
      <dgm:prSet/>
      <dgm:spPr/>
      <dgm:t>
        <a:bodyPr/>
        <a:lstStyle/>
        <a:p>
          <a:endParaRPr lang="ru-BY"/>
        </a:p>
      </dgm:t>
    </dgm:pt>
    <dgm:pt modelId="{25A79B20-3815-435F-8673-0AD9F8547E21}">
      <dgm:prSet phldrT="[Текст]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ru-RU" b="0" i="0" dirty="0"/>
            <a:t>Модуль </a:t>
          </a:r>
          <a:r>
            <a:rPr lang="ru-BY" b="0" i="0" dirty="0"/>
            <a:t>API-клиент</a:t>
          </a:r>
          <a:r>
            <a:rPr lang="ru-RU" b="0" i="0" dirty="0"/>
            <a:t>а</a:t>
          </a:r>
          <a:endParaRPr lang="ru-BY" dirty="0"/>
        </a:p>
      </dgm:t>
    </dgm:pt>
    <dgm:pt modelId="{97E4CEBF-AD46-4B80-BB70-A88A911C8402}" type="parTrans" cxnId="{E33E661D-1A15-4F9D-8189-42838504B5CA}">
      <dgm:prSet/>
      <dgm:spPr/>
      <dgm:t>
        <a:bodyPr/>
        <a:lstStyle/>
        <a:p>
          <a:endParaRPr lang="ru-BY"/>
        </a:p>
      </dgm:t>
    </dgm:pt>
    <dgm:pt modelId="{97FAD5C8-670E-47FF-84ED-3983B3E09755}" type="sibTrans" cxnId="{E33E661D-1A15-4F9D-8189-42838504B5CA}">
      <dgm:prSet/>
      <dgm:spPr/>
      <dgm:t>
        <a:bodyPr/>
        <a:lstStyle/>
        <a:p>
          <a:endParaRPr lang="ru-BY"/>
        </a:p>
      </dgm:t>
    </dgm:pt>
    <dgm:pt modelId="{DFC230F5-A2EF-4FEC-A5C2-EA957A616727}">
      <dgm:prSet phldrT="[Текст]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ru-BY" b="0" i="0" dirty="0"/>
            <a:t>Модуль</a:t>
          </a:r>
          <a:r>
            <a:rPr lang="ru-RU" b="0" i="0" dirty="0"/>
            <a:t> </a:t>
          </a:r>
          <a:r>
            <a:rPr lang="ru-BY" b="0" i="0" dirty="0"/>
            <a:t>импорта</a:t>
          </a:r>
          <a:r>
            <a:rPr lang="ru-RU" b="0" i="0" dirty="0"/>
            <a:t> </a:t>
          </a:r>
          <a:r>
            <a:rPr lang="ru-RU" dirty="0"/>
            <a:t>данных</a:t>
          </a:r>
          <a:endParaRPr lang="ru-BY" dirty="0"/>
        </a:p>
      </dgm:t>
    </dgm:pt>
    <dgm:pt modelId="{C8B0DDE0-CB72-41A0-816D-634A3C2538B6}" type="parTrans" cxnId="{2B675240-2353-4172-B795-1D85C1587A72}">
      <dgm:prSet/>
      <dgm:spPr/>
      <dgm:t>
        <a:bodyPr/>
        <a:lstStyle/>
        <a:p>
          <a:endParaRPr lang="ru-BY"/>
        </a:p>
      </dgm:t>
    </dgm:pt>
    <dgm:pt modelId="{0027FEB4-E77D-4E9F-AC43-CDF91F19C23B}" type="sibTrans" cxnId="{2B675240-2353-4172-B795-1D85C1587A72}">
      <dgm:prSet/>
      <dgm:spPr/>
      <dgm:t>
        <a:bodyPr/>
        <a:lstStyle/>
        <a:p>
          <a:endParaRPr lang="ru-BY"/>
        </a:p>
      </dgm:t>
    </dgm:pt>
    <dgm:pt modelId="{2FBC6B0A-D252-46BB-89DB-1D609B392037}">
      <dgm:prSet phldrT="[Текст]"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ru-RU" dirty="0"/>
            <a:t>Модуль парсера</a:t>
          </a:r>
          <a:endParaRPr lang="ru-BY" dirty="0"/>
        </a:p>
      </dgm:t>
    </dgm:pt>
    <dgm:pt modelId="{689A19AA-F697-4AA7-AC64-B54D9C3F1A0D}" type="parTrans" cxnId="{F4EEE811-3096-47FD-B601-7DF7D7936669}">
      <dgm:prSet/>
      <dgm:spPr/>
      <dgm:t>
        <a:bodyPr/>
        <a:lstStyle/>
        <a:p>
          <a:endParaRPr lang="ru-BY"/>
        </a:p>
      </dgm:t>
    </dgm:pt>
    <dgm:pt modelId="{A409531B-B9A6-4D20-9961-F9E2FB245D08}" type="sibTrans" cxnId="{F4EEE811-3096-47FD-B601-7DF7D7936669}">
      <dgm:prSet/>
      <dgm:spPr/>
      <dgm:t>
        <a:bodyPr/>
        <a:lstStyle/>
        <a:p>
          <a:endParaRPr lang="ru-BY"/>
        </a:p>
      </dgm:t>
    </dgm:pt>
    <dgm:pt modelId="{4514E3BB-980A-463E-8FC0-A1A1D530D57D}" type="pres">
      <dgm:prSet presAssocID="{67E9DFCA-6CD0-4FF3-9D9A-DDEDC991DFDB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77D7199-339A-4D0E-ADD6-7FBB3CE84997}" type="pres">
      <dgm:prSet presAssocID="{F2BE1A22-F4F0-4F6C-A941-7C3523CEB49C}" presName="singleCycle" presStyleCnt="0"/>
      <dgm:spPr/>
    </dgm:pt>
    <dgm:pt modelId="{3AC755F3-89E6-4495-A4E5-2CCB375A48AD}" type="pres">
      <dgm:prSet presAssocID="{F2BE1A22-F4F0-4F6C-A941-7C3523CEB49C}" presName="singleCenter" presStyleLbl="node1" presStyleIdx="0" presStyleCnt="4" custLinFactNeighborX="-875" custLinFactNeighborY="-4738">
        <dgm:presLayoutVars>
          <dgm:chMax val="7"/>
          <dgm:chPref val="7"/>
        </dgm:presLayoutVars>
      </dgm:prSet>
      <dgm:spPr/>
    </dgm:pt>
    <dgm:pt modelId="{E48BF3F2-6D91-44B4-A9FC-55FE1C3B1E71}" type="pres">
      <dgm:prSet presAssocID="{97E4CEBF-AD46-4B80-BB70-A88A911C8402}" presName="Name56" presStyleLbl="parChTrans1D2" presStyleIdx="0" presStyleCnt="3"/>
      <dgm:spPr/>
    </dgm:pt>
    <dgm:pt modelId="{4A440B8C-E07E-4EC4-9DD3-E60C47FA7F9E}" type="pres">
      <dgm:prSet presAssocID="{25A79B20-3815-435F-8673-0AD9F8547E21}" presName="text0" presStyleLbl="node1" presStyleIdx="1" presStyleCnt="4" custRadScaleRad="96930" custRadScaleInc="-1725">
        <dgm:presLayoutVars>
          <dgm:bulletEnabled val="1"/>
        </dgm:presLayoutVars>
      </dgm:prSet>
      <dgm:spPr/>
    </dgm:pt>
    <dgm:pt modelId="{F2AF4514-6472-488F-9EAD-17680D80241E}" type="pres">
      <dgm:prSet presAssocID="{C8B0DDE0-CB72-41A0-816D-634A3C2538B6}" presName="Name56" presStyleLbl="parChTrans1D2" presStyleIdx="1" presStyleCnt="3"/>
      <dgm:spPr/>
    </dgm:pt>
    <dgm:pt modelId="{6F833A66-D899-4172-A4A4-94942F5F7145}" type="pres">
      <dgm:prSet presAssocID="{DFC230F5-A2EF-4FEC-A5C2-EA957A616727}" presName="text0" presStyleLbl="node1" presStyleIdx="2" presStyleCnt="4">
        <dgm:presLayoutVars>
          <dgm:bulletEnabled val="1"/>
        </dgm:presLayoutVars>
      </dgm:prSet>
      <dgm:spPr/>
    </dgm:pt>
    <dgm:pt modelId="{EC3697C5-1353-4347-B7C9-98960452B43E}" type="pres">
      <dgm:prSet presAssocID="{689A19AA-F697-4AA7-AC64-B54D9C3F1A0D}" presName="Name56" presStyleLbl="parChTrans1D2" presStyleIdx="2" presStyleCnt="3"/>
      <dgm:spPr/>
    </dgm:pt>
    <dgm:pt modelId="{BBC182CA-3EC9-4462-BBC3-4D8B23407C5D}" type="pres">
      <dgm:prSet presAssocID="{2FBC6B0A-D252-46BB-89DB-1D609B392037}" presName="text0" presStyleLbl="node1" presStyleIdx="3" presStyleCnt="4">
        <dgm:presLayoutVars>
          <dgm:bulletEnabled val="1"/>
        </dgm:presLayoutVars>
      </dgm:prSet>
      <dgm:spPr/>
    </dgm:pt>
  </dgm:ptLst>
  <dgm:cxnLst>
    <dgm:cxn modelId="{55929B10-EB61-4E9B-B4B6-90E43D0725D9}" type="presOf" srcId="{DFC230F5-A2EF-4FEC-A5C2-EA957A616727}" destId="{6F833A66-D899-4172-A4A4-94942F5F7145}" srcOrd="0" destOrd="0" presId="urn:microsoft.com/office/officeart/2008/layout/RadialCluster"/>
    <dgm:cxn modelId="{F4EEE811-3096-47FD-B601-7DF7D7936669}" srcId="{F2BE1A22-F4F0-4F6C-A941-7C3523CEB49C}" destId="{2FBC6B0A-D252-46BB-89DB-1D609B392037}" srcOrd="2" destOrd="0" parTransId="{689A19AA-F697-4AA7-AC64-B54D9C3F1A0D}" sibTransId="{A409531B-B9A6-4D20-9961-F9E2FB245D08}"/>
    <dgm:cxn modelId="{E33E661D-1A15-4F9D-8189-42838504B5CA}" srcId="{F2BE1A22-F4F0-4F6C-A941-7C3523CEB49C}" destId="{25A79B20-3815-435F-8673-0AD9F8547E21}" srcOrd="0" destOrd="0" parTransId="{97E4CEBF-AD46-4B80-BB70-A88A911C8402}" sibTransId="{97FAD5C8-670E-47FF-84ED-3983B3E09755}"/>
    <dgm:cxn modelId="{949CC51D-2DB2-4E29-B1B5-37CAEAEF1E24}" type="presOf" srcId="{2FBC6B0A-D252-46BB-89DB-1D609B392037}" destId="{BBC182CA-3EC9-4462-BBC3-4D8B23407C5D}" srcOrd="0" destOrd="0" presId="urn:microsoft.com/office/officeart/2008/layout/RadialCluster"/>
    <dgm:cxn modelId="{AFA33433-A49B-4EDE-AC61-AE720568FE61}" type="presOf" srcId="{97E4CEBF-AD46-4B80-BB70-A88A911C8402}" destId="{E48BF3F2-6D91-44B4-A9FC-55FE1C3B1E71}" srcOrd="0" destOrd="0" presId="urn:microsoft.com/office/officeart/2008/layout/RadialCluster"/>
    <dgm:cxn modelId="{2B675240-2353-4172-B795-1D85C1587A72}" srcId="{F2BE1A22-F4F0-4F6C-A941-7C3523CEB49C}" destId="{DFC230F5-A2EF-4FEC-A5C2-EA957A616727}" srcOrd="1" destOrd="0" parTransId="{C8B0DDE0-CB72-41A0-816D-634A3C2538B6}" sibTransId="{0027FEB4-E77D-4E9F-AC43-CDF91F19C23B}"/>
    <dgm:cxn modelId="{3EB27B57-EBC4-41EA-B2E2-E801913CE9B3}" srcId="{67E9DFCA-6CD0-4FF3-9D9A-DDEDC991DFDB}" destId="{F2BE1A22-F4F0-4F6C-A941-7C3523CEB49C}" srcOrd="0" destOrd="0" parTransId="{104C86D6-9BC9-4670-838E-053055FDE70B}" sibTransId="{8020280D-8098-4676-B385-3906066737AC}"/>
    <dgm:cxn modelId="{AFBCFA7E-1482-4025-B487-878C7D63EC72}" type="presOf" srcId="{67E9DFCA-6CD0-4FF3-9D9A-DDEDC991DFDB}" destId="{4514E3BB-980A-463E-8FC0-A1A1D530D57D}" srcOrd="0" destOrd="0" presId="urn:microsoft.com/office/officeart/2008/layout/RadialCluster"/>
    <dgm:cxn modelId="{21257AAD-D0C4-431F-995E-C6AAFA44ACFA}" type="presOf" srcId="{F2BE1A22-F4F0-4F6C-A941-7C3523CEB49C}" destId="{3AC755F3-89E6-4495-A4E5-2CCB375A48AD}" srcOrd="0" destOrd="0" presId="urn:microsoft.com/office/officeart/2008/layout/RadialCluster"/>
    <dgm:cxn modelId="{39E094B1-0FB6-49A4-98DB-BB2463BA62DE}" type="presOf" srcId="{25A79B20-3815-435F-8673-0AD9F8547E21}" destId="{4A440B8C-E07E-4EC4-9DD3-E60C47FA7F9E}" srcOrd="0" destOrd="0" presId="urn:microsoft.com/office/officeart/2008/layout/RadialCluster"/>
    <dgm:cxn modelId="{05443CBB-D29A-492D-9115-EB54E22D3FCD}" type="presOf" srcId="{689A19AA-F697-4AA7-AC64-B54D9C3F1A0D}" destId="{EC3697C5-1353-4347-B7C9-98960452B43E}" srcOrd="0" destOrd="0" presId="urn:microsoft.com/office/officeart/2008/layout/RadialCluster"/>
    <dgm:cxn modelId="{F8E4D5EB-8F9E-477B-8822-9D409A36F740}" type="presOf" srcId="{C8B0DDE0-CB72-41A0-816D-634A3C2538B6}" destId="{F2AF4514-6472-488F-9EAD-17680D80241E}" srcOrd="0" destOrd="0" presId="urn:microsoft.com/office/officeart/2008/layout/RadialCluster"/>
    <dgm:cxn modelId="{3D2EEB6C-F6F4-4CE6-8FF2-57527BB595DD}" type="presParOf" srcId="{4514E3BB-980A-463E-8FC0-A1A1D530D57D}" destId="{D77D7199-339A-4D0E-ADD6-7FBB3CE84997}" srcOrd="0" destOrd="0" presId="urn:microsoft.com/office/officeart/2008/layout/RadialCluster"/>
    <dgm:cxn modelId="{1746E793-3971-4E6C-9696-9B5477AE1FB6}" type="presParOf" srcId="{D77D7199-339A-4D0E-ADD6-7FBB3CE84997}" destId="{3AC755F3-89E6-4495-A4E5-2CCB375A48AD}" srcOrd="0" destOrd="0" presId="urn:microsoft.com/office/officeart/2008/layout/RadialCluster"/>
    <dgm:cxn modelId="{A3C24DA4-7D84-4333-9DFB-CA846326C7E4}" type="presParOf" srcId="{D77D7199-339A-4D0E-ADD6-7FBB3CE84997}" destId="{E48BF3F2-6D91-44B4-A9FC-55FE1C3B1E71}" srcOrd="1" destOrd="0" presId="urn:microsoft.com/office/officeart/2008/layout/RadialCluster"/>
    <dgm:cxn modelId="{966F973C-608D-4D27-85FF-502DA7F1562B}" type="presParOf" srcId="{D77D7199-339A-4D0E-ADD6-7FBB3CE84997}" destId="{4A440B8C-E07E-4EC4-9DD3-E60C47FA7F9E}" srcOrd="2" destOrd="0" presId="urn:microsoft.com/office/officeart/2008/layout/RadialCluster"/>
    <dgm:cxn modelId="{D71C0AB7-DC99-4F42-9725-924DEEB9513F}" type="presParOf" srcId="{D77D7199-339A-4D0E-ADD6-7FBB3CE84997}" destId="{F2AF4514-6472-488F-9EAD-17680D80241E}" srcOrd="3" destOrd="0" presId="urn:microsoft.com/office/officeart/2008/layout/RadialCluster"/>
    <dgm:cxn modelId="{FBECFEE1-5FA9-401A-B538-6FEFB85F2C15}" type="presParOf" srcId="{D77D7199-339A-4D0E-ADD6-7FBB3CE84997}" destId="{6F833A66-D899-4172-A4A4-94942F5F7145}" srcOrd="4" destOrd="0" presId="urn:microsoft.com/office/officeart/2008/layout/RadialCluster"/>
    <dgm:cxn modelId="{3EA7B12F-B04D-4C3E-A6FB-43B9E6D5DB02}" type="presParOf" srcId="{D77D7199-339A-4D0E-ADD6-7FBB3CE84997}" destId="{EC3697C5-1353-4347-B7C9-98960452B43E}" srcOrd="5" destOrd="0" presId="urn:microsoft.com/office/officeart/2008/layout/RadialCluster"/>
    <dgm:cxn modelId="{D191E2D4-88F9-44CE-833D-C46583E676E2}" type="presParOf" srcId="{D77D7199-339A-4D0E-ADD6-7FBB3CE84997}" destId="{BBC182CA-3EC9-4462-BBC3-4D8B23407C5D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D0E75C-A1E8-435B-AD56-92FD6F2BE659}" type="doc">
      <dgm:prSet loTypeId="urn:microsoft.com/office/officeart/2005/8/layout/list1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ru-BY"/>
        </a:p>
      </dgm:t>
    </dgm:pt>
    <dgm:pt modelId="{04A64FD8-0021-475E-96B7-60B3D8BF8280}">
      <dgm:prSet/>
      <dgm:spPr/>
      <dgm:t>
        <a:bodyPr/>
        <a:lstStyle/>
        <a:p>
          <a:r>
            <a:rPr lang="ru-BY"/>
            <a:t>ГОСТЬ</a:t>
          </a:r>
        </a:p>
      </dgm:t>
    </dgm:pt>
    <dgm:pt modelId="{9B3E0432-F4A2-4F3E-A5B1-14779228C13E}" type="parTrans" cxnId="{75475A74-0938-4A49-9A78-A9B93980D032}">
      <dgm:prSet/>
      <dgm:spPr/>
      <dgm:t>
        <a:bodyPr/>
        <a:lstStyle/>
        <a:p>
          <a:endParaRPr lang="ru-BY"/>
        </a:p>
      </dgm:t>
    </dgm:pt>
    <dgm:pt modelId="{94DC276D-5676-475F-B79C-C110EB205758}" type="sibTrans" cxnId="{75475A74-0938-4A49-9A78-A9B93980D032}">
      <dgm:prSet/>
      <dgm:spPr/>
      <dgm:t>
        <a:bodyPr/>
        <a:lstStyle/>
        <a:p>
          <a:endParaRPr lang="ru-BY"/>
        </a:p>
      </dgm:t>
    </dgm:pt>
    <dgm:pt modelId="{C52AA557-4A52-4062-85E1-428717F1099B}">
      <dgm:prSet phldrT="[Текст]"/>
      <dgm:spPr/>
      <dgm:t>
        <a:bodyPr/>
        <a:lstStyle/>
        <a:p>
          <a:r>
            <a:rPr lang="ru-BY" dirty="0"/>
            <a:t>АДМИНИСТРАТОР</a:t>
          </a:r>
        </a:p>
      </dgm:t>
    </dgm:pt>
    <dgm:pt modelId="{A32E9626-71C7-4991-BB12-904904CB72E8}" type="parTrans" cxnId="{EC975F04-AE92-4EFE-AB86-EDFE379ADDF8}">
      <dgm:prSet/>
      <dgm:spPr/>
      <dgm:t>
        <a:bodyPr/>
        <a:lstStyle/>
        <a:p>
          <a:endParaRPr lang="ru-BY"/>
        </a:p>
      </dgm:t>
    </dgm:pt>
    <dgm:pt modelId="{A220B191-D2ED-4DCE-A828-BD769D553A41}" type="sibTrans" cxnId="{EC975F04-AE92-4EFE-AB86-EDFE379ADDF8}">
      <dgm:prSet/>
      <dgm:spPr/>
      <dgm:t>
        <a:bodyPr/>
        <a:lstStyle/>
        <a:p>
          <a:endParaRPr lang="ru-BY"/>
        </a:p>
      </dgm:t>
    </dgm:pt>
    <dgm:pt modelId="{B1776013-6588-4F39-B9E9-49D7C2F87D30}">
      <dgm:prSet/>
      <dgm:spPr/>
      <dgm:t>
        <a:bodyPr/>
        <a:lstStyle/>
        <a:p>
          <a:r>
            <a:rPr lang="ru-BY"/>
            <a:t>ПОЛЬЗОВАТЕЛЬ</a:t>
          </a:r>
        </a:p>
      </dgm:t>
    </dgm:pt>
    <dgm:pt modelId="{0E74B697-7FDD-458B-8122-C82434ECE7EF}" type="parTrans" cxnId="{03842799-B1A2-427E-BB12-5776F6D99B9D}">
      <dgm:prSet/>
      <dgm:spPr/>
      <dgm:t>
        <a:bodyPr/>
        <a:lstStyle/>
        <a:p>
          <a:endParaRPr lang="ru-BY"/>
        </a:p>
      </dgm:t>
    </dgm:pt>
    <dgm:pt modelId="{4985DBFE-989A-47C0-825F-3548C0DC74D1}" type="sibTrans" cxnId="{03842799-B1A2-427E-BB12-5776F6D99B9D}">
      <dgm:prSet/>
      <dgm:spPr/>
      <dgm:t>
        <a:bodyPr/>
        <a:lstStyle/>
        <a:p>
          <a:endParaRPr lang="ru-BY"/>
        </a:p>
      </dgm:t>
    </dgm:pt>
    <dgm:pt modelId="{3F96D610-1074-4D26-AD50-8104DE03F64F}">
      <dgm:prSet/>
      <dgm:spPr/>
      <dgm:t>
        <a:bodyPr/>
        <a:lstStyle/>
        <a:p>
          <a:pPr>
            <a:buNone/>
          </a:pPr>
          <a:r>
            <a:rPr lang="ru-RU" dirty="0"/>
            <a:t>Запуск бота и авторизация по одноразовому паролю</a:t>
          </a:r>
          <a:endParaRPr lang="ru-BY" dirty="0"/>
        </a:p>
      </dgm:t>
    </dgm:pt>
    <dgm:pt modelId="{277B3D31-D640-435B-B74F-CEABA8CD6C2A}" type="parTrans" cxnId="{2D773548-AB8F-44D3-B0E7-ECB33C18AF7A}">
      <dgm:prSet/>
      <dgm:spPr/>
      <dgm:t>
        <a:bodyPr/>
        <a:lstStyle/>
        <a:p>
          <a:endParaRPr lang="ru-BY"/>
        </a:p>
      </dgm:t>
    </dgm:pt>
    <dgm:pt modelId="{1EBA1048-82CF-45A5-B16B-01ACCBEA572B}" type="sibTrans" cxnId="{2D773548-AB8F-44D3-B0E7-ECB33C18AF7A}">
      <dgm:prSet/>
      <dgm:spPr/>
      <dgm:t>
        <a:bodyPr/>
        <a:lstStyle/>
        <a:p>
          <a:endParaRPr lang="ru-BY"/>
        </a:p>
      </dgm:t>
    </dgm:pt>
    <dgm:pt modelId="{9F3B871A-C962-4251-A7D3-AD8427792078}">
      <dgm:prSet/>
      <dgm:spPr/>
      <dgm:t>
        <a:bodyPr/>
        <a:lstStyle/>
        <a:p>
          <a:pPr>
            <a:buNone/>
          </a:pPr>
          <a:r>
            <a:rPr lang="ru-RU" b="0" i="0"/>
            <a:t>У</a:t>
          </a:r>
          <a:r>
            <a:rPr lang="ru-BY" b="0" i="0"/>
            <a:t>правл</a:t>
          </a:r>
          <a:r>
            <a:rPr lang="ru-RU" b="0" i="0"/>
            <a:t>ение</a:t>
          </a:r>
          <a:r>
            <a:rPr lang="ru-BY" b="0" i="0"/>
            <a:t> системой через админ-панель</a:t>
          </a:r>
          <a:endParaRPr lang="ru-BY"/>
        </a:p>
      </dgm:t>
    </dgm:pt>
    <dgm:pt modelId="{F3BA483F-3CF7-4293-8F76-0C6267908F95}" type="parTrans" cxnId="{B6EA9E11-317A-458E-A3BB-726DD3F0E965}">
      <dgm:prSet/>
      <dgm:spPr/>
      <dgm:t>
        <a:bodyPr/>
        <a:lstStyle/>
        <a:p>
          <a:endParaRPr lang="ru-BY"/>
        </a:p>
      </dgm:t>
    </dgm:pt>
    <dgm:pt modelId="{52E8301B-6798-4FBA-966B-0690D3B93F60}" type="sibTrans" cxnId="{B6EA9E11-317A-458E-A3BB-726DD3F0E965}">
      <dgm:prSet/>
      <dgm:spPr/>
      <dgm:t>
        <a:bodyPr/>
        <a:lstStyle/>
        <a:p>
          <a:endParaRPr lang="ru-BY"/>
        </a:p>
      </dgm:t>
    </dgm:pt>
    <dgm:pt modelId="{4FE52DE8-9BA5-44EF-ACA0-C130358AAAC4}">
      <dgm:prSet/>
      <dgm:spPr/>
      <dgm:t>
        <a:bodyPr/>
        <a:lstStyle/>
        <a:p>
          <a:pPr>
            <a:buNone/>
          </a:pPr>
          <a:r>
            <a:rPr lang="ru-RU"/>
            <a:t>Основной функционал бота</a:t>
          </a:r>
          <a:endParaRPr lang="ru-BY"/>
        </a:p>
      </dgm:t>
    </dgm:pt>
    <dgm:pt modelId="{485CFF6C-64FC-4F8C-9D6C-F97F61EFE70A}" type="parTrans" cxnId="{0E9F1F99-F5EA-4306-8635-B29E70C733D3}">
      <dgm:prSet/>
      <dgm:spPr/>
      <dgm:t>
        <a:bodyPr/>
        <a:lstStyle/>
        <a:p>
          <a:endParaRPr lang="ru-BY"/>
        </a:p>
      </dgm:t>
    </dgm:pt>
    <dgm:pt modelId="{F02FCEFA-3359-4D32-89EF-C0354EF076F2}" type="sibTrans" cxnId="{0E9F1F99-F5EA-4306-8635-B29E70C733D3}">
      <dgm:prSet/>
      <dgm:spPr/>
      <dgm:t>
        <a:bodyPr/>
        <a:lstStyle/>
        <a:p>
          <a:endParaRPr lang="ru-BY"/>
        </a:p>
      </dgm:t>
    </dgm:pt>
    <dgm:pt modelId="{54FD91D9-3393-404D-9105-DBAFBB82F8A2}" type="pres">
      <dgm:prSet presAssocID="{EFD0E75C-A1E8-435B-AD56-92FD6F2BE659}" presName="linear" presStyleCnt="0">
        <dgm:presLayoutVars>
          <dgm:dir/>
          <dgm:animLvl val="lvl"/>
          <dgm:resizeHandles val="exact"/>
        </dgm:presLayoutVars>
      </dgm:prSet>
      <dgm:spPr/>
    </dgm:pt>
    <dgm:pt modelId="{7ED04F58-5EF9-4EA5-A3CB-604B7F5DCD47}" type="pres">
      <dgm:prSet presAssocID="{04A64FD8-0021-475E-96B7-60B3D8BF8280}" presName="parentLin" presStyleCnt="0"/>
      <dgm:spPr/>
    </dgm:pt>
    <dgm:pt modelId="{151C4C20-981E-4045-9328-0AC90FF912CF}" type="pres">
      <dgm:prSet presAssocID="{04A64FD8-0021-475E-96B7-60B3D8BF8280}" presName="parentLeftMargin" presStyleLbl="node1" presStyleIdx="0" presStyleCnt="3"/>
      <dgm:spPr/>
    </dgm:pt>
    <dgm:pt modelId="{74603858-EEAB-4C76-84C2-008F9CF83676}" type="pres">
      <dgm:prSet presAssocID="{04A64FD8-0021-475E-96B7-60B3D8BF828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B447966-0C15-423F-9A47-0D18CB0B6C17}" type="pres">
      <dgm:prSet presAssocID="{04A64FD8-0021-475E-96B7-60B3D8BF8280}" presName="negativeSpace" presStyleCnt="0"/>
      <dgm:spPr/>
    </dgm:pt>
    <dgm:pt modelId="{D6BD00BD-C81D-490A-A663-382E41EC002A}" type="pres">
      <dgm:prSet presAssocID="{04A64FD8-0021-475E-96B7-60B3D8BF8280}" presName="childText" presStyleLbl="conFgAcc1" presStyleIdx="0" presStyleCnt="3">
        <dgm:presLayoutVars>
          <dgm:bulletEnabled val="1"/>
        </dgm:presLayoutVars>
      </dgm:prSet>
      <dgm:spPr/>
    </dgm:pt>
    <dgm:pt modelId="{31D10579-1B8E-4CFC-865D-78F65C79CEBC}" type="pres">
      <dgm:prSet presAssocID="{94DC276D-5676-475F-B79C-C110EB205758}" presName="spaceBetweenRectangles" presStyleCnt="0"/>
      <dgm:spPr/>
    </dgm:pt>
    <dgm:pt modelId="{D25F3E6F-9CF5-4E9A-97B1-0D5AF706C709}" type="pres">
      <dgm:prSet presAssocID="{B1776013-6588-4F39-B9E9-49D7C2F87D30}" presName="parentLin" presStyleCnt="0"/>
      <dgm:spPr/>
    </dgm:pt>
    <dgm:pt modelId="{D799C08F-CCCC-4AA6-8306-02C0624BD1E7}" type="pres">
      <dgm:prSet presAssocID="{B1776013-6588-4F39-B9E9-49D7C2F87D30}" presName="parentLeftMargin" presStyleLbl="node1" presStyleIdx="0" presStyleCnt="3"/>
      <dgm:spPr/>
    </dgm:pt>
    <dgm:pt modelId="{F013AD1A-8F2F-4912-8FD4-80A5FE4DEEED}" type="pres">
      <dgm:prSet presAssocID="{B1776013-6588-4F39-B9E9-49D7C2F87D3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458B2F4-A479-4E9C-8CFD-44BC8E52F201}" type="pres">
      <dgm:prSet presAssocID="{B1776013-6588-4F39-B9E9-49D7C2F87D30}" presName="negativeSpace" presStyleCnt="0"/>
      <dgm:spPr/>
    </dgm:pt>
    <dgm:pt modelId="{A76E7809-7504-4E93-AAD4-C59878E580D1}" type="pres">
      <dgm:prSet presAssocID="{B1776013-6588-4F39-B9E9-49D7C2F87D30}" presName="childText" presStyleLbl="conFgAcc1" presStyleIdx="1" presStyleCnt="3">
        <dgm:presLayoutVars>
          <dgm:bulletEnabled val="1"/>
        </dgm:presLayoutVars>
      </dgm:prSet>
      <dgm:spPr/>
    </dgm:pt>
    <dgm:pt modelId="{F03D8AB1-5ED2-4B2E-BFD3-9F19A95ECE8F}" type="pres">
      <dgm:prSet presAssocID="{4985DBFE-989A-47C0-825F-3548C0DC74D1}" presName="spaceBetweenRectangles" presStyleCnt="0"/>
      <dgm:spPr/>
    </dgm:pt>
    <dgm:pt modelId="{2CBEB380-6D7F-469F-AD3A-D2EE05EE28AC}" type="pres">
      <dgm:prSet presAssocID="{C52AA557-4A52-4062-85E1-428717F1099B}" presName="parentLin" presStyleCnt="0"/>
      <dgm:spPr/>
    </dgm:pt>
    <dgm:pt modelId="{78374769-CC9C-4EDB-8029-7CDB5270DF65}" type="pres">
      <dgm:prSet presAssocID="{C52AA557-4A52-4062-85E1-428717F1099B}" presName="parentLeftMargin" presStyleLbl="node1" presStyleIdx="1" presStyleCnt="3"/>
      <dgm:spPr/>
    </dgm:pt>
    <dgm:pt modelId="{81B3C156-53A9-482B-BA96-0490ABB52703}" type="pres">
      <dgm:prSet presAssocID="{C52AA557-4A52-4062-85E1-428717F1099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CA2410B-60A2-4CB4-91E3-5E7D87EC0205}" type="pres">
      <dgm:prSet presAssocID="{C52AA557-4A52-4062-85E1-428717F1099B}" presName="negativeSpace" presStyleCnt="0"/>
      <dgm:spPr/>
    </dgm:pt>
    <dgm:pt modelId="{0AA9C128-1DFC-4388-A15D-D5A67AEE9708}" type="pres">
      <dgm:prSet presAssocID="{C52AA557-4A52-4062-85E1-428717F1099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C975F04-AE92-4EFE-AB86-EDFE379ADDF8}" srcId="{EFD0E75C-A1E8-435B-AD56-92FD6F2BE659}" destId="{C52AA557-4A52-4062-85E1-428717F1099B}" srcOrd="2" destOrd="0" parTransId="{A32E9626-71C7-4991-BB12-904904CB72E8}" sibTransId="{A220B191-D2ED-4DCE-A828-BD769D553A41}"/>
    <dgm:cxn modelId="{D6EF910F-33F0-4B0A-A980-FC0732E93C8D}" type="presOf" srcId="{B1776013-6588-4F39-B9E9-49D7C2F87D30}" destId="{F013AD1A-8F2F-4912-8FD4-80A5FE4DEEED}" srcOrd="1" destOrd="0" presId="urn:microsoft.com/office/officeart/2005/8/layout/list1"/>
    <dgm:cxn modelId="{B6EA9E11-317A-458E-A3BB-726DD3F0E965}" srcId="{C52AA557-4A52-4062-85E1-428717F1099B}" destId="{9F3B871A-C962-4251-A7D3-AD8427792078}" srcOrd="0" destOrd="0" parTransId="{F3BA483F-3CF7-4293-8F76-0C6267908F95}" sibTransId="{52E8301B-6798-4FBA-966B-0690D3B93F60}"/>
    <dgm:cxn modelId="{84FB9B28-83BF-4C26-A939-1189DCC45F26}" type="presOf" srcId="{C52AA557-4A52-4062-85E1-428717F1099B}" destId="{78374769-CC9C-4EDB-8029-7CDB5270DF65}" srcOrd="0" destOrd="0" presId="urn:microsoft.com/office/officeart/2005/8/layout/list1"/>
    <dgm:cxn modelId="{F471FB2A-482F-41C7-98D3-9A6754A41375}" type="presOf" srcId="{4FE52DE8-9BA5-44EF-ACA0-C130358AAAC4}" destId="{A76E7809-7504-4E93-AAD4-C59878E580D1}" srcOrd="0" destOrd="0" presId="urn:microsoft.com/office/officeart/2005/8/layout/list1"/>
    <dgm:cxn modelId="{0A432B5F-07CD-4D6D-9CF1-8E8DB697EB1A}" type="presOf" srcId="{04A64FD8-0021-475E-96B7-60B3D8BF8280}" destId="{151C4C20-981E-4045-9328-0AC90FF912CF}" srcOrd="0" destOrd="0" presId="urn:microsoft.com/office/officeart/2005/8/layout/list1"/>
    <dgm:cxn modelId="{2D773548-AB8F-44D3-B0E7-ECB33C18AF7A}" srcId="{04A64FD8-0021-475E-96B7-60B3D8BF8280}" destId="{3F96D610-1074-4D26-AD50-8104DE03F64F}" srcOrd="0" destOrd="0" parTransId="{277B3D31-D640-435B-B74F-CEABA8CD6C2A}" sibTransId="{1EBA1048-82CF-45A5-B16B-01ACCBEA572B}"/>
    <dgm:cxn modelId="{0B12996A-3658-4332-B5DC-252C7C81D580}" type="presOf" srcId="{C52AA557-4A52-4062-85E1-428717F1099B}" destId="{81B3C156-53A9-482B-BA96-0490ABB52703}" srcOrd="1" destOrd="0" presId="urn:microsoft.com/office/officeart/2005/8/layout/list1"/>
    <dgm:cxn modelId="{75475A74-0938-4A49-9A78-A9B93980D032}" srcId="{EFD0E75C-A1E8-435B-AD56-92FD6F2BE659}" destId="{04A64FD8-0021-475E-96B7-60B3D8BF8280}" srcOrd="0" destOrd="0" parTransId="{9B3E0432-F4A2-4F3E-A5B1-14779228C13E}" sibTransId="{94DC276D-5676-475F-B79C-C110EB205758}"/>
    <dgm:cxn modelId="{F5AB7492-5E6D-4534-BAC8-962F596277CD}" type="presOf" srcId="{3F96D610-1074-4D26-AD50-8104DE03F64F}" destId="{D6BD00BD-C81D-490A-A663-382E41EC002A}" srcOrd="0" destOrd="0" presId="urn:microsoft.com/office/officeart/2005/8/layout/list1"/>
    <dgm:cxn modelId="{8B647097-8322-4383-A5D7-DD98A94C3A38}" type="presOf" srcId="{EFD0E75C-A1E8-435B-AD56-92FD6F2BE659}" destId="{54FD91D9-3393-404D-9105-DBAFBB82F8A2}" srcOrd="0" destOrd="0" presId="urn:microsoft.com/office/officeart/2005/8/layout/list1"/>
    <dgm:cxn modelId="{AF43C497-80F7-486A-9B54-205D1290EF3B}" type="presOf" srcId="{B1776013-6588-4F39-B9E9-49D7C2F87D30}" destId="{D799C08F-CCCC-4AA6-8306-02C0624BD1E7}" srcOrd="0" destOrd="0" presId="urn:microsoft.com/office/officeart/2005/8/layout/list1"/>
    <dgm:cxn modelId="{0E9F1F99-F5EA-4306-8635-B29E70C733D3}" srcId="{B1776013-6588-4F39-B9E9-49D7C2F87D30}" destId="{4FE52DE8-9BA5-44EF-ACA0-C130358AAAC4}" srcOrd="0" destOrd="0" parTransId="{485CFF6C-64FC-4F8C-9D6C-F97F61EFE70A}" sibTransId="{F02FCEFA-3359-4D32-89EF-C0354EF076F2}"/>
    <dgm:cxn modelId="{03842799-B1A2-427E-BB12-5776F6D99B9D}" srcId="{EFD0E75C-A1E8-435B-AD56-92FD6F2BE659}" destId="{B1776013-6588-4F39-B9E9-49D7C2F87D30}" srcOrd="1" destOrd="0" parTransId="{0E74B697-7FDD-458B-8122-C82434ECE7EF}" sibTransId="{4985DBFE-989A-47C0-825F-3548C0DC74D1}"/>
    <dgm:cxn modelId="{E3A816AC-510F-4921-B7E5-85F0B6FD811F}" type="presOf" srcId="{9F3B871A-C962-4251-A7D3-AD8427792078}" destId="{0AA9C128-1DFC-4388-A15D-D5A67AEE9708}" srcOrd="0" destOrd="0" presId="urn:microsoft.com/office/officeart/2005/8/layout/list1"/>
    <dgm:cxn modelId="{677A2BC9-09DF-4D4C-8AC0-26C28584D78F}" type="presOf" srcId="{04A64FD8-0021-475E-96B7-60B3D8BF8280}" destId="{74603858-EEAB-4C76-84C2-008F9CF83676}" srcOrd="1" destOrd="0" presId="urn:microsoft.com/office/officeart/2005/8/layout/list1"/>
    <dgm:cxn modelId="{7BD94801-1FCC-474A-AD32-34A6584E47C0}" type="presParOf" srcId="{54FD91D9-3393-404D-9105-DBAFBB82F8A2}" destId="{7ED04F58-5EF9-4EA5-A3CB-604B7F5DCD47}" srcOrd="0" destOrd="0" presId="urn:microsoft.com/office/officeart/2005/8/layout/list1"/>
    <dgm:cxn modelId="{CBE19980-DFFD-4532-9B00-DE2823F902B3}" type="presParOf" srcId="{7ED04F58-5EF9-4EA5-A3CB-604B7F5DCD47}" destId="{151C4C20-981E-4045-9328-0AC90FF912CF}" srcOrd="0" destOrd="0" presId="urn:microsoft.com/office/officeart/2005/8/layout/list1"/>
    <dgm:cxn modelId="{F4DC3143-2F66-44CC-AA3E-00A80DF56875}" type="presParOf" srcId="{7ED04F58-5EF9-4EA5-A3CB-604B7F5DCD47}" destId="{74603858-EEAB-4C76-84C2-008F9CF83676}" srcOrd="1" destOrd="0" presId="urn:microsoft.com/office/officeart/2005/8/layout/list1"/>
    <dgm:cxn modelId="{FB736B87-A4E6-4927-9722-763B4B50F9E6}" type="presParOf" srcId="{54FD91D9-3393-404D-9105-DBAFBB82F8A2}" destId="{BB447966-0C15-423F-9A47-0D18CB0B6C17}" srcOrd="1" destOrd="0" presId="urn:microsoft.com/office/officeart/2005/8/layout/list1"/>
    <dgm:cxn modelId="{FDCC295F-E740-4223-AFA8-A853743A45BB}" type="presParOf" srcId="{54FD91D9-3393-404D-9105-DBAFBB82F8A2}" destId="{D6BD00BD-C81D-490A-A663-382E41EC002A}" srcOrd="2" destOrd="0" presId="urn:microsoft.com/office/officeart/2005/8/layout/list1"/>
    <dgm:cxn modelId="{2340C7B0-8BE8-4A8C-880D-A1168C2D34E3}" type="presParOf" srcId="{54FD91D9-3393-404D-9105-DBAFBB82F8A2}" destId="{31D10579-1B8E-4CFC-865D-78F65C79CEBC}" srcOrd="3" destOrd="0" presId="urn:microsoft.com/office/officeart/2005/8/layout/list1"/>
    <dgm:cxn modelId="{A8CA3D88-7149-4FD3-B531-0E2F844238A4}" type="presParOf" srcId="{54FD91D9-3393-404D-9105-DBAFBB82F8A2}" destId="{D25F3E6F-9CF5-4E9A-97B1-0D5AF706C709}" srcOrd="4" destOrd="0" presId="urn:microsoft.com/office/officeart/2005/8/layout/list1"/>
    <dgm:cxn modelId="{A57CCECC-6CD0-4404-96E4-D8B19C0F2FDC}" type="presParOf" srcId="{D25F3E6F-9CF5-4E9A-97B1-0D5AF706C709}" destId="{D799C08F-CCCC-4AA6-8306-02C0624BD1E7}" srcOrd="0" destOrd="0" presId="urn:microsoft.com/office/officeart/2005/8/layout/list1"/>
    <dgm:cxn modelId="{DBB7779A-9928-4A43-BF8A-448B8EFB1976}" type="presParOf" srcId="{D25F3E6F-9CF5-4E9A-97B1-0D5AF706C709}" destId="{F013AD1A-8F2F-4912-8FD4-80A5FE4DEEED}" srcOrd="1" destOrd="0" presId="urn:microsoft.com/office/officeart/2005/8/layout/list1"/>
    <dgm:cxn modelId="{377F1336-5581-4217-B1D3-33B6F32BECF0}" type="presParOf" srcId="{54FD91D9-3393-404D-9105-DBAFBB82F8A2}" destId="{3458B2F4-A479-4E9C-8CFD-44BC8E52F201}" srcOrd="5" destOrd="0" presId="urn:microsoft.com/office/officeart/2005/8/layout/list1"/>
    <dgm:cxn modelId="{BE8A8E58-B79A-424F-A2A7-C5F5FCFE4AEC}" type="presParOf" srcId="{54FD91D9-3393-404D-9105-DBAFBB82F8A2}" destId="{A76E7809-7504-4E93-AAD4-C59878E580D1}" srcOrd="6" destOrd="0" presId="urn:microsoft.com/office/officeart/2005/8/layout/list1"/>
    <dgm:cxn modelId="{A4400C53-C276-47A9-AC46-AA9EE6CE07F4}" type="presParOf" srcId="{54FD91D9-3393-404D-9105-DBAFBB82F8A2}" destId="{F03D8AB1-5ED2-4B2E-BFD3-9F19A95ECE8F}" srcOrd="7" destOrd="0" presId="urn:microsoft.com/office/officeart/2005/8/layout/list1"/>
    <dgm:cxn modelId="{A8704639-8228-4133-A8C6-7AD44438B447}" type="presParOf" srcId="{54FD91D9-3393-404D-9105-DBAFBB82F8A2}" destId="{2CBEB380-6D7F-469F-AD3A-D2EE05EE28AC}" srcOrd="8" destOrd="0" presId="urn:microsoft.com/office/officeart/2005/8/layout/list1"/>
    <dgm:cxn modelId="{9CB23DA9-968B-4608-9C24-89B44B74EACD}" type="presParOf" srcId="{2CBEB380-6D7F-469F-AD3A-D2EE05EE28AC}" destId="{78374769-CC9C-4EDB-8029-7CDB5270DF65}" srcOrd="0" destOrd="0" presId="urn:microsoft.com/office/officeart/2005/8/layout/list1"/>
    <dgm:cxn modelId="{7D92A195-1B20-4E9D-99BD-12708A04ADED}" type="presParOf" srcId="{2CBEB380-6D7F-469F-AD3A-D2EE05EE28AC}" destId="{81B3C156-53A9-482B-BA96-0490ABB52703}" srcOrd="1" destOrd="0" presId="urn:microsoft.com/office/officeart/2005/8/layout/list1"/>
    <dgm:cxn modelId="{44C188E6-2ED2-46D0-A441-CE15A32F6471}" type="presParOf" srcId="{54FD91D9-3393-404D-9105-DBAFBB82F8A2}" destId="{ECA2410B-60A2-4CB4-91E3-5E7D87EC0205}" srcOrd="9" destOrd="0" presId="urn:microsoft.com/office/officeart/2005/8/layout/list1"/>
    <dgm:cxn modelId="{4AB073E8-9667-421D-9870-F3441E80F842}" type="presParOf" srcId="{54FD91D9-3393-404D-9105-DBAFBB82F8A2}" destId="{0AA9C128-1DFC-4388-A15D-D5A67AEE970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BC2D7C-20F7-49FA-9417-8ED755BDAB0A}">
      <dsp:nvSpPr>
        <dsp:cNvPr id="0" name=""/>
        <dsp:cNvSpPr/>
      </dsp:nvSpPr>
      <dsp:spPr>
        <a:xfrm>
          <a:off x="-6039031" y="-924039"/>
          <a:ext cx="7189009" cy="7189009"/>
        </a:xfrm>
        <a:prstGeom prst="blockArc">
          <a:avLst>
            <a:gd name="adj1" fmla="val 18900000"/>
            <a:gd name="adj2" fmla="val 2700000"/>
            <a:gd name="adj3" fmla="val 3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493CE6-C651-483E-BF9C-B731CDBEA8F5}">
      <dsp:nvSpPr>
        <dsp:cNvPr id="0" name=""/>
        <dsp:cNvSpPr/>
      </dsp:nvSpPr>
      <dsp:spPr>
        <a:xfrm>
          <a:off x="601875" y="410610"/>
          <a:ext cx="10738916" cy="8216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218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🔹 Актуальность: </a:t>
          </a:r>
          <a:r>
            <a:rPr lang="ru-RU" sz="1600" kern="1200" dirty="0" err="1"/>
            <a:t>Telegram</a:t>
          </a:r>
          <a:r>
            <a:rPr lang="ru-RU" sz="1600" kern="1200" dirty="0"/>
            <a:t> — одна из самых популярных платформ для ботов, позволяющая получать данные в любом месте и в любое время через привычный интерфейс.</a:t>
          </a:r>
          <a:endParaRPr lang="ru-BY" sz="1600" kern="1200" dirty="0"/>
        </a:p>
      </dsp:txBody>
      <dsp:txXfrm>
        <a:off x="601875" y="410610"/>
        <a:ext cx="10738916" cy="821648"/>
      </dsp:txXfrm>
    </dsp:sp>
    <dsp:sp modelId="{0707557F-64C1-4049-837E-D5920DF30E26}">
      <dsp:nvSpPr>
        <dsp:cNvPr id="0" name=""/>
        <dsp:cNvSpPr/>
      </dsp:nvSpPr>
      <dsp:spPr>
        <a:xfrm>
          <a:off x="88345" y="307904"/>
          <a:ext cx="1027060" cy="10270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065744-C135-4CCA-B405-B1D60FE5D263}">
      <dsp:nvSpPr>
        <dsp:cNvPr id="0" name=""/>
        <dsp:cNvSpPr/>
      </dsp:nvSpPr>
      <dsp:spPr>
        <a:xfrm>
          <a:off x="1072945" y="1643297"/>
          <a:ext cx="10267846" cy="8216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218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🔹 Проблема: Ручной мониторинг различных информационных площадок трудоемок, требует значительных временных затрат и не гарантирует полной картины ситуации о предмете интереса. Возникает потребность в автоматизированных инструментах для агрегации информации из различных источников.</a:t>
          </a:r>
        </a:p>
      </dsp:txBody>
      <dsp:txXfrm>
        <a:off x="1072945" y="1643297"/>
        <a:ext cx="10267846" cy="821648"/>
      </dsp:txXfrm>
    </dsp:sp>
    <dsp:sp modelId="{793D4F9D-601A-46D2-96F9-182E952A5EC2}">
      <dsp:nvSpPr>
        <dsp:cNvPr id="0" name=""/>
        <dsp:cNvSpPr/>
      </dsp:nvSpPr>
      <dsp:spPr>
        <a:xfrm>
          <a:off x="559415" y="1540591"/>
          <a:ext cx="1027060" cy="10270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0F6A5-E462-45EE-9C21-F3E845D1D314}">
      <dsp:nvSpPr>
        <dsp:cNvPr id="0" name=""/>
        <dsp:cNvSpPr/>
      </dsp:nvSpPr>
      <dsp:spPr>
        <a:xfrm>
          <a:off x="1072945" y="2875983"/>
          <a:ext cx="10267846" cy="8216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218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🔹 Универсальность решений: Предметная область (</a:t>
          </a:r>
          <a:r>
            <a:rPr lang="ru-RU" sz="1600" kern="1200" dirty="0" err="1"/>
            <a:t>Stalcraft</a:t>
          </a:r>
          <a:r>
            <a:rPr lang="ru-RU" sz="1600" kern="1200" dirty="0"/>
            <a:t>) выбрана как наглядный пример интеграции бота с внешним API</a:t>
          </a:r>
          <a:r>
            <a:rPr lang="ru-RU" sz="1600" kern="1200"/>
            <a:t>. </a:t>
          </a:r>
          <a:endParaRPr lang="ru-RU" sz="1600" kern="1200" dirty="0"/>
        </a:p>
      </dsp:txBody>
      <dsp:txXfrm>
        <a:off x="1072945" y="2875983"/>
        <a:ext cx="10267846" cy="821648"/>
      </dsp:txXfrm>
    </dsp:sp>
    <dsp:sp modelId="{B3860667-B90F-402D-B361-6BA6B0830ECD}">
      <dsp:nvSpPr>
        <dsp:cNvPr id="0" name=""/>
        <dsp:cNvSpPr/>
      </dsp:nvSpPr>
      <dsp:spPr>
        <a:xfrm>
          <a:off x="559415" y="2773277"/>
          <a:ext cx="1027060" cy="10270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7016B2-C6D6-4CF3-B370-F67FCB40E42B}">
      <dsp:nvSpPr>
        <dsp:cNvPr id="0" name=""/>
        <dsp:cNvSpPr/>
      </dsp:nvSpPr>
      <dsp:spPr>
        <a:xfrm>
          <a:off x="601875" y="4108670"/>
          <a:ext cx="10738916" cy="8216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218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🔹 Цель работы: Разработать телеграм-бота для поиска и анализа аукционной информации </a:t>
          </a:r>
          <a:r>
            <a:rPr lang="ru-RU" sz="1600" kern="1200"/>
            <a:t>игры Stalcraft</a:t>
          </a:r>
          <a:endParaRPr lang="ru-RU" sz="1600" kern="1200" dirty="0"/>
        </a:p>
      </dsp:txBody>
      <dsp:txXfrm>
        <a:off x="601875" y="4108670"/>
        <a:ext cx="10738916" cy="821648"/>
      </dsp:txXfrm>
    </dsp:sp>
    <dsp:sp modelId="{B3E60444-818F-4850-921D-1EB91EFDEF53}">
      <dsp:nvSpPr>
        <dsp:cNvPr id="0" name=""/>
        <dsp:cNvSpPr/>
      </dsp:nvSpPr>
      <dsp:spPr>
        <a:xfrm>
          <a:off x="88345" y="4005964"/>
          <a:ext cx="1027060" cy="10270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C755F3-89E6-4495-A4E5-2CCB375A48AD}">
      <dsp:nvSpPr>
        <dsp:cNvPr id="0" name=""/>
        <dsp:cNvSpPr/>
      </dsp:nvSpPr>
      <dsp:spPr>
        <a:xfrm>
          <a:off x="3497662" y="2463384"/>
          <a:ext cx="1753065" cy="1753065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accent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BY" sz="2500" b="0" i="0" kern="1200" dirty="0"/>
            <a:t>Основной </a:t>
          </a:r>
          <a:r>
            <a:rPr lang="ru-RU" sz="2500" b="0" i="0" kern="1200" dirty="0"/>
            <a:t>модуль (модуль бота)</a:t>
          </a:r>
          <a:endParaRPr lang="ru-BY" sz="2500" kern="1200" dirty="0"/>
        </a:p>
      </dsp:txBody>
      <dsp:txXfrm>
        <a:off x="3583240" y="2548962"/>
        <a:ext cx="1581909" cy="1581909"/>
      </dsp:txXfrm>
    </dsp:sp>
    <dsp:sp modelId="{E48BF3F2-6D91-44B4-A9FC-55FE1C3B1E71}">
      <dsp:nvSpPr>
        <dsp:cNvPr id="0" name=""/>
        <dsp:cNvSpPr/>
      </dsp:nvSpPr>
      <dsp:spPr>
        <a:xfrm rot="16199966">
          <a:off x="3928508" y="2017709"/>
          <a:ext cx="89134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9134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440B8C-E07E-4EC4-9DD3-E60C47FA7F9E}">
      <dsp:nvSpPr>
        <dsp:cNvPr id="0" name=""/>
        <dsp:cNvSpPr/>
      </dsp:nvSpPr>
      <dsp:spPr>
        <a:xfrm>
          <a:off x="3786895" y="397481"/>
          <a:ext cx="1174553" cy="1174553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accent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Модуль </a:t>
          </a:r>
          <a:r>
            <a:rPr lang="ru-BY" sz="2100" b="0" i="0" kern="1200" dirty="0"/>
            <a:t>API-клиент</a:t>
          </a:r>
          <a:r>
            <a:rPr lang="ru-RU" sz="2100" b="0" i="0" kern="1200" dirty="0"/>
            <a:t>а</a:t>
          </a:r>
          <a:endParaRPr lang="ru-BY" sz="2100" kern="1200" dirty="0"/>
        </a:p>
      </dsp:txBody>
      <dsp:txXfrm>
        <a:off x="3844232" y="454818"/>
        <a:ext cx="1059879" cy="1059879"/>
      </dsp:txXfrm>
    </dsp:sp>
    <dsp:sp modelId="{F2AF4514-6472-488F-9EAD-17680D80241E}">
      <dsp:nvSpPr>
        <dsp:cNvPr id="0" name=""/>
        <dsp:cNvSpPr/>
      </dsp:nvSpPr>
      <dsp:spPr>
        <a:xfrm rot="2036828">
          <a:off x="5156626" y="4238272"/>
          <a:ext cx="110418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0418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833A66-D899-4172-A4A4-94942F5F7145}">
      <dsp:nvSpPr>
        <dsp:cNvPr id="0" name=""/>
        <dsp:cNvSpPr/>
      </dsp:nvSpPr>
      <dsp:spPr>
        <a:xfrm>
          <a:off x="6166705" y="4354633"/>
          <a:ext cx="1174553" cy="1174553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accent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BY" sz="2000" b="0" i="0" kern="1200" dirty="0"/>
            <a:t>Модуль</a:t>
          </a:r>
          <a:r>
            <a:rPr lang="ru-RU" sz="2000" b="0" i="0" kern="1200" dirty="0"/>
            <a:t> </a:t>
          </a:r>
          <a:r>
            <a:rPr lang="ru-BY" sz="2000" b="0" i="0" kern="1200" dirty="0"/>
            <a:t>импорта</a:t>
          </a:r>
          <a:r>
            <a:rPr lang="ru-RU" sz="2000" b="0" i="0" kern="1200" dirty="0"/>
            <a:t> </a:t>
          </a:r>
          <a:r>
            <a:rPr lang="ru-RU" sz="2000" kern="1200" dirty="0"/>
            <a:t>данных</a:t>
          </a:r>
          <a:endParaRPr lang="ru-BY" sz="2000" kern="1200" dirty="0"/>
        </a:p>
      </dsp:txBody>
      <dsp:txXfrm>
        <a:off x="6224042" y="4411970"/>
        <a:ext cx="1059879" cy="1059879"/>
      </dsp:txXfrm>
    </dsp:sp>
    <dsp:sp modelId="{EC3697C5-1353-4347-B7C9-98960452B43E}">
      <dsp:nvSpPr>
        <dsp:cNvPr id="0" name=""/>
        <dsp:cNvSpPr/>
      </dsp:nvSpPr>
      <dsp:spPr>
        <a:xfrm rot="8698326">
          <a:off x="2585082" y="4242288"/>
          <a:ext cx="100345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0345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C182CA-3EC9-4462-BBC3-4D8B23407C5D}">
      <dsp:nvSpPr>
        <dsp:cNvPr id="0" name=""/>
        <dsp:cNvSpPr/>
      </dsp:nvSpPr>
      <dsp:spPr>
        <a:xfrm>
          <a:off x="1501404" y="4354633"/>
          <a:ext cx="1174553" cy="1174553"/>
        </a:xfrm>
        <a:prstGeom prst="roundRect">
          <a:avLst/>
        </a:prstGeom>
        <a:solidFill>
          <a:schemeClr val="accent4"/>
        </a:solidFill>
        <a:ln w="1270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Модуль парсера</a:t>
          </a:r>
          <a:endParaRPr lang="ru-BY" sz="2100" kern="1200" dirty="0"/>
        </a:p>
      </dsp:txBody>
      <dsp:txXfrm>
        <a:off x="1558741" y="4411970"/>
        <a:ext cx="1059879" cy="10598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BD00BD-C81D-490A-A663-382E41EC002A}">
      <dsp:nvSpPr>
        <dsp:cNvPr id="0" name=""/>
        <dsp:cNvSpPr/>
      </dsp:nvSpPr>
      <dsp:spPr>
        <a:xfrm>
          <a:off x="0" y="520847"/>
          <a:ext cx="7634332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2509" tIns="458216" rIns="592509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200" kern="1200" dirty="0"/>
            <a:t>Запуск бота и авторизация по одноразовому паролю</a:t>
          </a:r>
          <a:endParaRPr lang="ru-BY" sz="2200" kern="1200" dirty="0"/>
        </a:p>
      </dsp:txBody>
      <dsp:txXfrm>
        <a:off x="0" y="520847"/>
        <a:ext cx="7634332" cy="935550"/>
      </dsp:txXfrm>
    </dsp:sp>
    <dsp:sp modelId="{74603858-EEAB-4C76-84C2-008F9CF83676}">
      <dsp:nvSpPr>
        <dsp:cNvPr id="0" name=""/>
        <dsp:cNvSpPr/>
      </dsp:nvSpPr>
      <dsp:spPr>
        <a:xfrm>
          <a:off x="381716" y="196127"/>
          <a:ext cx="5344032" cy="6494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92" tIns="0" rIns="20199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BY" sz="2200" kern="1200"/>
            <a:t>ГОСТЬ</a:t>
          </a:r>
        </a:p>
      </dsp:txBody>
      <dsp:txXfrm>
        <a:off x="413419" y="227830"/>
        <a:ext cx="5280626" cy="586034"/>
      </dsp:txXfrm>
    </dsp:sp>
    <dsp:sp modelId="{A76E7809-7504-4E93-AAD4-C59878E580D1}">
      <dsp:nvSpPr>
        <dsp:cNvPr id="0" name=""/>
        <dsp:cNvSpPr/>
      </dsp:nvSpPr>
      <dsp:spPr>
        <a:xfrm>
          <a:off x="0" y="1899918"/>
          <a:ext cx="7634332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2509" tIns="458216" rIns="592509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200" kern="1200"/>
            <a:t>Основной функционал бота</a:t>
          </a:r>
          <a:endParaRPr lang="ru-BY" sz="2200" kern="1200"/>
        </a:p>
      </dsp:txBody>
      <dsp:txXfrm>
        <a:off x="0" y="1899918"/>
        <a:ext cx="7634332" cy="935550"/>
      </dsp:txXfrm>
    </dsp:sp>
    <dsp:sp modelId="{F013AD1A-8F2F-4912-8FD4-80A5FE4DEEED}">
      <dsp:nvSpPr>
        <dsp:cNvPr id="0" name=""/>
        <dsp:cNvSpPr/>
      </dsp:nvSpPr>
      <dsp:spPr>
        <a:xfrm>
          <a:off x="381716" y="1575198"/>
          <a:ext cx="5344032" cy="6494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92" tIns="0" rIns="20199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BY" sz="2200" kern="1200"/>
            <a:t>ПОЛЬЗОВАТЕЛЬ</a:t>
          </a:r>
        </a:p>
      </dsp:txBody>
      <dsp:txXfrm>
        <a:off x="413419" y="1606901"/>
        <a:ext cx="5280626" cy="586034"/>
      </dsp:txXfrm>
    </dsp:sp>
    <dsp:sp modelId="{0AA9C128-1DFC-4388-A15D-D5A67AEE9708}">
      <dsp:nvSpPr>
        <dsp:cNvPr id="0" name=""/>
        <dsp:cNvSpPr/>
      </dsp:nvSpPr>
      <dsp:spPr>
        <a:xfrm>
          <a:off x="0" y="3278988"/>
          <a:ext cx="7634332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2509" tIns="458216" rIns="592509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200" b="0" i="0" kern="1200"/>
            <a:t>У</a:t>
          </a:r>
          <a:r>
            <a:rPr lang="ru-BY" sz="2200" b="0" i="0" kern="1200"/>
            <a:t>правл</a:t>
          </a:r>
          <a:r>
            <a:rPr lang="ru-RU" sz="2200" b="0" i="0" kern="1200"/>
            <a:t>ение</a:t>
          </a:r>
          <a:r>
            <a:rPr lang="ru-BY" sz="2200" b="0" i="0" kern="1200"/>
            <a:t> системой через админ-панель</a:t>
          </a:r>
          <a:endParaRPr lang="ru-BY" sz="2200" kern="1200"/>
        </a:p>
      </dsp:txBody>
      <dsp:txXfrm>
        <a:off x="0" y="3278988"/>
        <a:ext cx="7634332" cy="935550"/>
      </dsp:txXfrm>
    </dsp:sp>
    <dsp:sp modelId="{81B3C156-53A9-482B-BA96-0490ABB52703}">
      <dsp:nvSpPr>
        <dsp:cNvPr id="0" name=""/>
        <dsp:cNvSpPr/>
      </dsp:nvSpPr>
      <dsp:spPr>
        <a:xfrm>
          <a:off x="381716" y="2954268"/>
          <a:ext cx="5344032" cy="6494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92" tIns="0" rIns="20199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BY" sz="2200" kern="1200" dirty="0"/>
            <a:t>АДМИНИСТРАТОР</a:t>
          </a:r>
        </a:p>
      </dsp:txBody>
      <dsp:txXfrm>
        <a:off x="413419" y="2985971"/>
        <a:ext cx="5280626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9FEC4-DEB6-FE3A-5DDD-5E41457E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FFF9F-03E9-E0C8-98D3-4696CD875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B36DE-4ED2-058B-4C77-8CCE5FB31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5CCF2-CEF0-6C4D-07A2-770547022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58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20D2B-E07D-2C0D-94B7-46BF6531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09E60-AB67-7F9B-417C-10DAAA6EE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EF20B-E097-18A9-F71B-F8197A8CF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11597-424C-0797-39FC-A1B3096F8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217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C41E8-6291-7DC6-12B5-E8F1FC5DF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8AD3B-8B8D-F745-98E5-E4F02399E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B0C89-2BDD-CA1E-F0C8-EBF3F4843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C50B7-9067-7E80-7B62-E6B3FDDE2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011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jpeg"/><Relationship Id="rId4" Type="http://schemas.openxmlformats.org/officeDocument/2006/relationships/hyperlink" Target="https://youtube.com/shorts/7UbFOK8T9ic?feature=share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7537" y="376581"/>
            <a:ext cx="7082191" cy="3590596"/>
          </a:xfrm>
        </p:spPr>
        <p:txBody>
          <a:bodyPr>
            <a:normAutofit fontScale="90000"/>
          </a:bodyPr>
          <a:lstStyle/>
          <a:p>
            <a:r>
              <a:rPr lang="ru-RU" dirty="0"/>
              <a:t>Интеграция ТЕЛЕГРАММ-</a:t>
            </a:r>
            <a:r>
              <a:rPr lang="ru-RU" dirty="0" err="1"/>
              <a:t>БОТа</a:t>
            </a:r>
            <a:r>
              <a:rPr lang="ru-RU" dirty="0"/>
              <a:t> для работы с внешними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9C349-6D44-194A-3731-BBD174FFF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344" y="197425"/>
            <a:ext cx="3130138" cy="847851"/>
          </a:xfrm>
        </p:spPr>
        <p:txBody>
          <a:bodyPr>
            <a:normAutofit/>
          </a:bodyPr>
          <a:lstStyle/>
          <a:p>
            <a:r>
              <a:rPr lang="ru-RU" dirty="0"/>
              <a:t>Введение</a:t>
            </a:r>
            <a:endParaRPr lang="ru-BY" dirty="0"/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E368EFDD-5C45-8B8B-7F3A-F05F6B1EE3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8138244"/>
              </p:ext>
            </p:extLst>
          </p:nvPr>
        </p:nvGraphicFramePr>
        <p:xfrm>
          <a:off x="-79664" y="1319646"/>
          <a:ext cx="11416146" cy="5340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729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12D2A-42A1-CCD4-2C63-8C13A18FF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429B1B92-C17C-C08B-E0B0-5E808955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360" y="121562"/>
            <a:ext cx="6796144" cy="771324"/>
          </a:xfrm>
        </p:spPr>
        <p:txBody>
          <a:bodyPr>
            <a:noAutofit/>
          </a:bodyPr>
          <a:lstStyle/>
          <a:p>
            <a:r>
              <a:rPr lang="ru-BY" sz="4800" dirty="0"/>
              <a:t>Архитектура системы</a:t>
            </a:r>
            <a:br>
              <a:rPr lang="ru-BY" sz="4800" dirty="0"/>
            </a:br>
            <a:endParaRPr lang="ru-BY" sz="4800" dirty="0"/>
          </a:p>
        </p:txBody>
      </p:sp>
      <p:graphicFrame>
        <p:nvGraphicFramePr>
          <p:cNvPr id="22" name="Схема 21">
            <a:extLst>
              <a:ext uri="{FF2B5EF4-FFF2-40B4-BE49-F238E27FC236}">
                <a16:creationId xmlns:a16="http://schemas.microsoft.com/office/drawing/2014/main" id="{A7D744A1-5897-0E72-9CBF-B43D7BF7D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629495"/>
              </p:ext>
            </p:extLst>
          </p:nvPr>
        </p:nvGraphicFramePr>
        <p:xfrm>
          <a:off x="2452254" y="778586"/>
          <a:ext cx="8842664" cy="5843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5947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DD2FA-D3BB-7540-B66A-1453B90D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72A-345D-22D7-A5E5-17151743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431" y="168742"/>
            <a:ext cx="9866540" cy="789471"/>
          </a:xfrm>
        </p:spPr>
        <p:txBody>
          <a:bodyPr anchor="t">
            <a:normAutofit/>
          </a:bodyPr>
          <a:lstStyle/>
          <a:p>
            <a:r>
              <a:rPr lang="ru-BY" dirty="0"/>
              <a:t>Сбор данных: API и Парсинг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BBDAA-9D99-7896-DFBB-75C9FDDBCE21}"/>
              </a:ext>
            </a:extLst>
          </p:cNvPr>
          <p:cNvSpPr txBox="1"/>
          <p:nvPr/>
        </p:nvSpPr>
        <p:spPr>
          <a:xfrm>
            <a:off x="3118140" y="3042595"/>
            <a:ext cx="2863561" cy="4616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BY" sz="2400" b="1" i="0" dirty="0">
                <a:solidFill>
                  <a:srgbClr val="F7F8FC"/>
                </a:solidFill>
                <a:effectLst/>
                <a:latin typeface="system-ui"/>
              </a:rPr>
              <a:t>Официальный API</a:t>
            </a:r>
            <a:endParaRPr lang="ru-RU" sz="2400" b="1" i="0" dirty="0">
              <a:solidFill>
                <a:srgbClr val="F7F8FC"/>
              </a:solidFill>
              <a:effectLst/>
              <a:latin typeface="system-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857DA9-58C5-E8E8-5785-829DF224C681}"/>
              </a:ext>
            </a:extLst>
          </p:cNvPr>
          <p:cNvSpPr txBox="1"/>
          <p:nvPr/>
        </p:nvSpPr>
        <p:spPr>
          <a:xfrm>
            <a:off x="7269135" y="3042596"/>
            <a:ext cx="2863561" cy="4616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BY" sz="2400" b="1" i="0" dirty="0">
                <a:solidFill>
                  <a:srgbClr val="F7F8FC"/>
                </a:solidFill>
                <a:effectLst/>
                <a:latin typeface="system-ui"/>
              </a:rPr>
              <a:t>Резервный парсинг</a:t>
            </a:r>
            <a:endParaRPr lang="ru-BY" sz="2400" b="0" i="0" dirty="0">
              <a:solidFill>
                <a:srgbClr val="F7F8FC"/>
              </a:solidFill>
              <a:effectLst/>
              <a:latin typeface="system-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0E4EB8-D984-FBEF-7E47-669A917EF307}"/>
              </a:ext>
            </a:extLst>
          </p:cNvPr>
          <p:cNvSpPr txBox="1"/>
          <p:nvPr/>
        </p:nvSpPr>
        <p:spPr>
          <a:xfrm>
            <a:off x="5120121" y="1095274"/>
            <a:ext cx="2863561" cy="8309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2400" b="1" i="0" dirty="0">
                <a:solidFill>
                  <a:srgbClr val="F7F8FC"/>
                </a:solidFill>
                <a:effectLst/>
                <a:latin typeface="system-ui"/>
              </a:rPr>
              <a:t>Способы получения информации</a:t>
            </a:r>
          </a:p>
        </p:txBody>
      </p:sp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908E4215-B51C-5B15-E765-4A4FB9895ACD}"/>
              </a:ext>
            </a:extLst>
          </p:cNvPr>
          <p:cNvSpPr/>
          <p:nvPr/>
        </p:nvSpPr>
        <p:spPr>
          <a:xfrm rot="2371950">
            <a:off x="5566973" y="2117409"/>
            <a:ext cx="301337" cy="758416"/>
          </a:xfrm>
          <a:prstGeom prst="down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5" name="Стрелка: вниз 14">
            <a:extLst>
              <a:ext uri="{FF2B5EF4-FFF2-40B4-BE49-F238E27FC236}">
                <a16:creationId xmlns:a16="http://schemas.microsoft.com/office/drawing/2014/main" id="{E5EB52CB-A0E5-5616-AE52-65102F67B877}"/>
              </a:ext>
            </a:extLst>
          </p:cNvPr>
          <p:cNvSpPr/>
          <p:nvPr/>
        </p:nvSpPr>
        <p:spPr>
          <a:xfrm rot="18879170">
            <a:off x="7249390" y="2102729"/>
            <a:ext cx="301337" cy="758416"/>
          </a:xfrm>
          <a:prstGeom prst="down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7" name="Рисунок 16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889A29-99C1-D0FD-56DB-4CDC2BA85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127" y="3872886"/>
            <a:ext cx="5132381" cy="2873993"/>
          </a:xfrm>
          <a:prstGeom prst="rect">
            <a:avLst/>
          </a:prstGeom>
        </p:spPr>
      </p:pic>
      <p:pic>
        <p:nvPicPr>
          <p:cNvPr id="18" name="Picture 2" descr="Picture background">
            <a:extLst>
              <a:ext uri="{FF2B5EF4-FFF2-40B4-BE49-F238E27FC236}">
                <a16:creationId xmlns:a16="http://schemas.microsoft.com/office/drawing/2014/main" id="{3F4E607D-A843-E8DF-344D-15EDA7EBDEB7}"/>
              </a:ext>
            </a:extLst>
          </p:cNvPr>
          <p:cNvPicPr>
            <a:picLocks noGrp="1" noChangeAspect="1" noChangeArrowheads="1"/>
          </p:cNvPicPr>
          <p:nvPr>
            <p:ph sz="half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" r="1" b="1"/>
          <a:stretch>
            <a:fillRect/>
          </a:stretch>
        </p:blipFill>
        <p:spPr bwMode="auto">
          <a:xfrm>
            <a:off x="1217138" y="3872886"/>
            <a:ext cx="5120587" cy="287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726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CC6E8-5CF7-444B-ACA6-584C56861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4D8C-A969-A1EC-E358-7BF2F0FE9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83" y="303830"/>
            <a:ext cx="6589150" cy="1119725"/>
          </a:xfrm>
        </p:spPr>
        <p:txBody>
          <a:bodyPr anchor="t">
            <a:normAutofit/>
          </a:bodyPr>
          <a:lstStyle/>
          <a:p>
            <a:pPr fontAlgn="base"/>
            <a:r>
              <a:rPr lang="ru-BY" dirty="0"/>
              <a:t>Безопасность</a:t>
            </a:r>
          </a:p>
        </p:txBody>
      </p:sp>
      <p:graphicFrame>
        <p:nvGraphicFramePr>
          <p:cNvPr id="20" name="Схема 19">
            <a:extLst>
              <a:ext uri="{FF2B5EF4-FFF2-40B4-BE49-F238E27FC236}">
                <a16:creationId xmlns:a16="http://schemas.microsoft.com/office/drawing/2014/main" id="{5E2A96AB-4501-3FC2-1BBB-31545C5B24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1258486"/>
              </p:ext>
            </p:extLst>
          </p:nvPr>
        </p:nvGraphicFramePr>
        <p:xfrm>
          <a:off x="262759" y="1944414"/>
          <a:ext cx="7634332" cy="4410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927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8500" y="481879"/>
            <a:ext cx="6594768" cy="826689"/>
          </a:xfrm>
        </p:spPr>
        <p:txBody>
          <a:bodyPr>
            <a:normAutofit/>
          </a:bodyPr>
          <a:lstStyle/>
          <a:p>
            <a:r>
              <a:rPr lang="ru-RU" dirty="0"/>
              <a:t>Пример работы бота</a:t>
            </a:r>
            <a:endParaRPr lang="en-US" dirty="0"/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 descr="Picture background">
            <a:hlinkClick r:id="rId4"/>
            <a:extLst>
              <a:ext uri="{FF2B5EF4-FFF2-40B4-BE49-F238E27FC236}">
                <a16:creationId xmlns:a16="http://schemas.microsoft.com/office/drawing/2014/main" id="{CC5FE55A-828D-6DB9-E353-6FA52BA22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884" y="2626866"/>
            <a:ext cx="45720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0982" y="103909"/>
            <a:ext cx="3418610" cy="1361210"/>
          </a:xfrm>
        </p:spPr>
        <p:txBody>
          <a:bodyPr>
            <a:normAutofit/>
          </a:bodyPr>
          <a:lstStyle/>
          <a:p>
            <a:r>
              <a:rPr lang="ru-RU" sz="7200" dirty="0"/>
              <a:t>ИТОГИ</a:t>
            </a:r>
            <a:endParaRPr lang="en-US" sz="7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905ED-9829-33C5-8951-897068CD9739}"/>
              </a:ext>
            </a:extLst>
          </p:cNvPr>
          <p:cNvSpPr txBox="1"/>
          <p:nvPr/>
        </p:nvSpPr>
        <p:spPr>
          <a:xfrm>
            <a:off x="6097732" y="5671341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2">
                    <a:lumMod val="90000"/>
                  </a:schemeClr>
                </a:solidFill>
              </a:rPr>
              <a:t>Система готова к масштабированию</a:t>
            </a:r>
            <a:endParaRPr lang="ru-BY" sz="2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4C5AB-04D8-D3E3-AF04-17691ED0BD03}"/>
              </a:ext>
            </a:extLst>
          </p:cNvPr>
          <p:cNvSpPr txBox="1"/>
          <p:nvPr/>
        </p:nvSpPr>
        <p:spPr>
          <a:xfrm>
            <a:off x="3330287" y="2756203"/>
            <a:ext cx="84530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ru-RU" dirty="0"/>
              <a:t>Создана отказоустойчивая система с резервным парсингом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8E1DE-6905-E45A-5066-74C7A00231EB}"/>
              </a:ext>
            </a:extLst>
          </p:cNvPr>
          <p:cNvSpPr txBox="1"/>
          <p:nvPr/>
        </p:nvSpPr>
        <p:spPr>
          <a:xfrm>
            <a:off x="2358735" y="1907601"/>
            <a:ext cx="9424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ru-RU" dirty="0"/>
              <a:t>Реализована безопасная интеграция с внешним API (</a:t>
            </a:r>
            <a:r>
              <a:rPr lang="ru-RU" dirty="0" err="1"/>
              <a:t>OAuth</a:t>
            </a:r>
            <a:r>
              <a:rPr lang="ru-RU" dirty="0"/>
              <a:t> 2.0)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97D405-628E-58FE-95EE-9086D2988AAE}"/>
              </a:ext>
            </a:extLst>
          </p:cNvPr>
          <p:cNvSpPr txBox="1"/>
          <p:nvPr/>
        </p:nvSpPr>
        <p:spPr>
          <a:xfrm>
            <a:off x="5017507" y="4453407"/>
            <a:ext cx="70567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ru-RU" dirty="0"/>
              <a:t>Спроектирована нормализованная БД с аудитом действий (3НФ)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984D44-11AE-2A6A-90FE-824FF6FFCA75}"/>
              </a:ext>
            </a:extLst>
          </p:cNvPr>
          <p:cNvSpPr txBox="1"/>
          <p:nvPr/>
        </p:nvSpPr>
        <p:spPr>
          <a:xfrm>
            <a:off x="4055050" y="3604805"/>
            <a:ext cx="801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ru-RU" dirty="0"/>
              <a:t>Разработан удобный UI с аналитикой и админ-панелью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390DC-1B0C-CED8-36D7-CD9A1ADA0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B4D5-8AFD-44A3-6CFA-A5FBCD9A7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3981" y="274122"/>
            <a:ext cx="9590809" cy="2645724"/>
          </a:xfrm>
        </p:spPr>
        <p:txBody>
          <a:bodyPr>
            <a:normAutofit fontScale="90000"/>
          </a:bodyPr>
          <a:lstStyle/>
          <a:p>
            <a:r>
              <a:rPr lang="ar-AE" sz="7200" dirty="0"/>
              <a:t>شكرا لكم على اهتمامكم</a:t>
            </a:r>
            <a:br>
              <a:rPr lang="ru-RU" sz="7200" dirty="0"/>
            </a:br>
            <a:r>
              <a:rPr lang="ru-RU" sz="7200" dirty="0"/>
              <a:t>спасибо за внимание!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02169503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{52106085-A77B-445D-9F7B-3D476ED6B703}TF55c86556-70ea-476e-aa05-13a38f2d5b0da1381d77_win32-a3c664429073</Template>
  <TotalTime>541</TotalTime>
  <Words>209</Words>
  <Application>Microsoft Office PowerPoint</Application>
  <PresentationFormat>Широкоэкранный</PresentationFormat>
  <Paragraphs>36</Paragraphs>
  <Slides>8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Avenir Next LT Pro</vt:lpstr>
      <vt:lpstr>Calibri</vt:lpstr>
      <vt:lpstr>system-ui</vt:lpstr>
      <vt:lpstr>Custom</vt:lpstr>
      <vt:lpstr>Интеграция ТЕЛЕГРАММ-БОТа для работы с внешними данными</vt:lpstr>
      <vt:lpstr>Введение</vt:lpstr>
      <vt:lpstr>Архитектура системы </vt:lpstr>
      <vt:lpstr>Сбор данных: API и Парсинг</vt:lpstr>
      <vt:lpstr>Безопасность</vt:lpstr>
      <vt:lpstr>Пример работы бота</vt:lpstr>
      <vt:lpstr>ИТОГИ</vt:lpstr>
      <vt:lpstr>شكرا لكم على اهتمامكم 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Картошкин</dc:creator>
  <cp:lastModifiedBy>Егор Картошкин</cp:lastModifiedBy>
  <cp:revision>10</cp:revision>
  <dcterms:created xsi:type="dcterms:W3CDTF">2026-01-15T21:18:50Z</dcterms:created>
  <dcterms:modified xsi:type="dcterms:W3CDTF">2026-06-29T19:41:00Z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