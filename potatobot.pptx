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256" r:id="rId5"/>
    <p:sldId id="277" r:id="rId6"/>
    <p:sldId id="258" r:id="rId7"/>
    <p:sldId id="290" r:id="rId8"/>
    <p:sldId id="27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04" autoAdjust="0"/>
  </p:normalViewPr>
  <p:slideViewPr>
    <p:cSldViewPr snapToGrid="0">
      <p:cViewPr varScale="1">
        <p:scale>
          <a:sx n="74" d="100"/>
          <a:sy n="74" d="100"/>
        </p:scale>
        <p:origin x="1042" y="62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1/16/2026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439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613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712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14772" y="677918"/>
            <a:ext cx="6856292" cy="3590596"/>
          </a:xfrm>
        </p:spPr>
        <p:txBody>
          <a:bodyPr>
            <a:normAutofit/>
          </a:bodyPr>
          <a:lstStyle/>
          <a:p>
            <a:r>
              <a:rPr lang="ru-RU" dirty="0"/>
              <a:t>ТЕЛЕГРАММ-БОТ ДЛЯ анализа аукциона STALCRAFT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176884"/>
            <a:ext cx="9866540" cy="789471"/>
          </a:xfrm>
        </p:spPr>
        <p:txBody>
          <a:bodyPr anchor="t">
            <a:normAutofit/>
          </a:bodyPr>
          <a:lstStyle/>
          <a:p>
            <a:r>
              <a:rPr lang="ru-RU" dirty="0"/>
              <a:t>Внутриигровой аукцион</a:t>
            </a:r>
            <a:endParaRPr lang="en-ZA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E0B3E734-31D2-25E8-921B-2625B5F31E47}"/>
              </a:ext>
            </a:extLst>
          </p:cNvPr>
          <p:cNvPicPr>
            <a:picLocks noGrp="1" noChangeAspect="1" noChangeArrowheads="1"/>
          </p:cNvPicPr>
          <p:nvPr>
            <p:ph sz="half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1" r="1" b="1"/>
          <a:stretch>
            <a:fillRect/>
          </a:stretch>
        </p:blipFill>
        <p:spPr bwMode="auto">
          <a:xfrm>
            <a:off x="1558700" y="1042360"/>
            <a:ext cx="9793195" cy="5496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4540" y="26555"/>
            <a:ext cx="4372651" cy="867106"/>
          </a:xfrm>
        </p:spPr>
        <p:txBody>
          <a:bodyPr>
            <a:normAutofit/>
          </a:bodyPr>
          <a:lstStyle/>
          <a:p>
            <a:r>
              <a:rPr lang="ru-RU" dirty="0"/>
              <a:t>Сайт </a:t>
            </a:r>
            <a:r>
              <a:rPr lang="en-US" dirty="0"/>
              <a:t>stcx.ru</a:t>
            </a:r>
          </a:p>
        </p:txBody>
      </p:sp>
      <p:pic>
        <p:nvPicPr>
          <p:cNvPr id="34" name="Picture Placeholder 33" descr="Aerial view of a neon highway intersection">
            <a:extLst>
              <a:ext uri="{FF2B5EF4-FFF2-40B4-BE49-F238E27FC236}">
                <a16:creationId xmlns:a16="http://schemas.microsoft.com/office/drawing/2014/main" id="{9289CE93-EC50-55DB-CFE0-1266AEC87B1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24936" r="24936"/>
          <a:stretch/>
        </p:blipFill>
        <p:spPr>
          <a:xfrm rot="10800000">
            <a:off x="1" y="761322"/>
            <a:ext cx="4076118" cy="6096678"/>
          </a:xfr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F466A906-2869-BB36-138E-D45F62E922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4646277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06186C3A-548E-AD87-3029-964123530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660400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Рисунок 3" descr="Изображение выглядит как текст, снимок экрана, программное обеспечение, Мультимедийн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FBDC74C-1F1F-87D4-410C-E03C2A9208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973" y="893661"/>
            <a:ext cx="10247586" cy="5738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33694" y="544285"/>
            <a:ext cx="6594768" cy="3445329"/>
          </a:xfrm>
        </p:spPr>
        <p:txBody>
          <a:bodyPr>
            <a:normAutofit/>
          </a:bodyPr>
          <a:lstStyle/>
          <a:p>
            <a:r>
              <a:rPr lang="ru-RU" dirty="0"/>
              <a:t>Пример работы бота в реальном времени</a:t>
            </a:r>
            <a:r>
              <a:rPr lang="en-US" dirty="0"/>
              <a:t>​</a:t>
            </a:r>
          </a:p>
        </p:txBody>
      </p:sp>
      <p:pic>
        <p:nvPicPr>
          <p:cNvPr id="13" name="Picture Placeholder 12" descr="Low angle view of tall buildings">
            <a:extLst>
              <a:ext uri="{FF2B5EF4-FFF2-40B4-BE49-F238E27FC236}">
                <a16:creationId xmlns:a16="http://schemas.microsoft.com/office/drawing/2014/main" id="{1DFE730E-30E7-DA99-A3EE-ACB889D161E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3" r="43"/>
          <a:stretch/>
        </p:blipFill>
        <p:spPr>
          <a:xfrm>
            <a:off x="0" y="-1"/>
            <a:ext cx="4076118" cy="6096678"/>
          </a:xfrm>
        </p:spPr>
      </p:pic>
      <p:sp>
        <p:nvSpPr>
          <p:cNvPr id="44" name="Oval 43">
            <a:extLst>
              <a:ext uri="{FF2B5EF4-FFF2-40B4-BE49-F238E27FC236}">
                <a16:creationId xmlns:a16="http://schemas.microsoft.com/office/drawing/2014/main" id="{5F855448-57DF-E468-AF41-00CAAC2D7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903349" y="5895479"/>
            <a:ext cx="274320" cy="27432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52FDA21-768F-9929-E6D6-D78CD4F8E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-97971" y="1909602"/>
            <a:ext cx="4160955" cy="4149155"/>
          </a:xfrm>
          <a:prstGeom prst="line">
            <a:avLst/>
          </a:prstGeom>
          <a:ln w="508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9539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63981" y="274122"/>
            <a:ext cx="9590809" cy="2645724"/>
          </a:xfrm>
        </p:spPr>
        <p:txBody>
          <a:bodyPr>
            <a:normAutofit fontScale="90000"/>
          </a:bodyPr>
          <a:lstStyle/>
          <a:p>
            <a:r>
              <a:rPr lang="ar-AE" sz="7200" dirty="0"/>
              <a:t>شكرا لكم على اهتمامكم</a:t>
            </a:r>
            <a:br>
              <a:rPr lang="ru-RU" sz="7200" dirty="0"/>
            </a:br>
            <a:r>
              <a:rPr lang="ru-RU" sz="7200" dirty="0"/>
              <a:t>спасибо за внимание!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243649392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{52106085-A77B-445D-9F7B-3D476ED6B703}TF55c86556-70ea-476e-aa05-13a38f2d5b0da1381d77_win32-a3c664429073</Template>
  <TotalTime>28</TotalTime>
  <Words>33</Words>
  <Application>Microsoft Office PowerPoint</Application>
  <PresentationFormat>Широкоэкранный</PresentationFormat>
  <Paragraphs>11</Paragraphs>
  <Slides>5</Slides>
  <Notes>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Avenir Next LT Pro</vt:lpstr>
      <vt:lpstr>Calibri</vt:lpstr>
      <vt:lpstr>Custom</vt:lpstr>
      <vt:lpstr>ТЕЛЕГРАММ-БОТ ДЛЯ анализа аукциона STALCRAFT</vt:lpstr>
      <vt:lpstr>Внутриигровой аукцион</vt:lpstr>
      <vt:lpstr>Сайт stcx.ru</vt:lpstr>
      <vt:lpstr>Пример работы бота в реальном времени​</vt:lpstr>
      <vt:lpstr>شكرا لكم على اهتمامكم 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Егор Картошкин</dc:creator>
  <cp:lastModifiedBy>Егор Картошкин</cp:lastModifiedBy>
  <cp:revision>1</cp:revision>
  <dcterms:created xsi:type="dcterms:W3CDTF">2026-01-15T21:18:50Z</dcterms:created>
  <dcterms:modified xsi:type="dcterms:W3CDTF">2026-01-15T21:47:25Z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